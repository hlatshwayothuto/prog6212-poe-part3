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4" Type="http://schemas.openxmlformats.org/officeDocument/2006/relationships/image" Target="../media/image4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4" Type="http://schemas.openxmlformats.org/officeDocument/2006/relationships/image" Target="../media/image4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C682CF-3BFC-49B1-A48A-EA6D43CEC45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9713796-5390-4638-BF51-4C4DE4D02B83}">
      <dgm:prSet/>
      <dgm:spPr/>
      <dgm:t>
        <a:bodyPr/>
        <a:lstStyle/>
        <a:p>
          <a:pPr>
            <a:defRPr b="1"/>
          </a:pPr>
          <a:r>
            <a:rPr lang="en-US" b="1"/>
            <a:t>Feedback Received From Lecturer:</a:t>
          </a:r>
          <a:endParaRPr lang="en-US"/>
        </a:p>
      </dgm:t>
    </dgm:pt>
    <dgm:pt modelId="{65E67DFC-EC38-4C25-B5F4-2C30C9C94141}" type="parTrans" cxnId="{85040E61-A927-4E28-927A-FA1D2FE4F40A}">
      <dgm:prSet/>
      <dgm:spPr/>
      <dgm:t>
        <a:bodyPr/>
        <a:lstStyle/>
        <a:p>
          <a:endParaRPr lang="en-US"/>
        </a:p>
      </dgm:t>
    </dgm:pt>
    <dgm:pt modelId="{C5FF57ED-2322-4F22-BB8D-32EC882AA967}" type="sibTrans" cxnId="{85040E61-A927-4E28-927A-FA1D2FE4F40A}">
      <dgm:prSet/>
      <dgm:spPr/>
      <dgm:t>
        <a:bodyPr/>
        <a:lstStyle/>
        <a:p>
          <a:endParaRPr lang="en-US"/>
        </a:p>
      </dgm:t>
    </dgm:pt>
    <dgm:pt modelId="{48D7224C-F370-4D07-8AA8-EC5EBBBD7EC0}">
      <dgm:prSet/>
      <dgm:spPr/>
      <dgm:t>
        <a:bodyPr/>
        <a:lstStyle/>
        <a:p>
          <a:pPr>
            <a:defRPr b="1"/>
          </a:pPr>
          <a:r>
            <a:rPr lang="en-US" b="1"/>
            <a:t>Hourly rate must allow values above 500</a:t>
          </a:r>
          <a:endParaRPr lang="en-US"/>
        </a:p>
      </dgm:t>
    </dgm:pt>
    <dgm:pt modelId="{B22BB6B3-E4BA-4B7E-9CF6-4824B17E13ED}" type="parTrans" cxnId="{B818CD8F-EFBF-46C8-A7BF-3D867204CC56}">
      <dgm:prSet/>
      <dgm:spPr/>
      <dgm:t>
        <a:bodyPr/>
        <a:lstStyle/>
        <a:p>
          <a:endParaRPr lang="en-US"/>
        </a:p>
      </dgm:t>
    </dgm:pt>
    <dgm:pt modelId="{228E8B1E-6372-4A75-B53C-92420FB96AEC}" type="sibTrans" cxnId="{B818CD8F-EFBF-46C8-A7BF-3D867204CC56}">
      <dgm:prSet/>
      <dgm:spPr/>
      <dgm:t>
        <a:bodyPr/>
        <a:lstStyle/>
        <a:p>
          <a:endParaRPr lang="en-US"/>
        </a:p>
      </dgm:t>
    </dgm:pt>
    <dgm:pt modelId="{5BA9BB2E-1D6F-4E29-8412-B55C9916D23D}">
      <dgm:prSet/>
      <dgm:spPr/>
      <dgm:t>
        <a:bodyPr/>
        <a:lstStyle/>
        <a:p>
          <a:r>
            <a:rPr lang="en-US"/>
            <a:t>In Part 2 the hourly rate was manually entered and restricted.</a:t>
          </a:r>
        </a:p>
      </dgm:t>
    </dgm:pt>
    <dgm:pt modelId="{3B44B30C-497A-49EA-A378-ECCEB538A5A2}" type="parTrans" cxnId="{038EDBFE-1593-40AE-9F55-E4AA2AAEBB9D}">
      <dgm:prSet/>
      <dgm:spPr/>
      <dgm:t>
        <a:bodyPr/>
        <a:lstStyle/>
        <a:p>
          <a:endParaRPr lang="en-US"/>
        </a:p>
      </dgm:t>
    </dgm:pt>
    <dgm:pt modelId="{C80E87CE-A369-46E0-946E-50007067F67F}" type="sibTrans" cxnId="{038EDBFE-1593-40AE-9F55-E4AA2AAEBB9D}">
      <dgm:prSet/>
      <dgm:spPr/>
      <dgm:t>
        <a:bodyPr/>
        <a:lstStyle/>
        <a:p>
          <a:endParaRPr lang="en-US"/>
        </a:p>
      </dgm:t>
    </dgm:pt>
    <dgm:pt modelId="{184F7091-3796-4ADF-8988-6FAB1F44E135}">
      <dgm:prSet/>
      <dgm:spPr/>
      <dgm:t>
        <a:bodyPr/>
        <a:lstStyle/>
        <a:p>
          <a:r>
            <a:rPr lang="en-US"/>
            <a:t>For Part 3, the lecturer requested that the hourly rate </a:t>
          </a:r>
          <a:r>
            <a:rPr lang="en-US" b="1"/>
            <a:t>should now be assigned from the user profile automatically</a:t>
          </a:r>
          <a:r>
            <a:rPr lang="en-US"/>
            <a:t> and not entered on the claim form.</a:t>
          </a:r>
        </a:p>
      </dgm:t>
    </dgm:pt>
    <dgm:pt modelId="{82A88E7A-EE7F-478C-8A89-4EEEF1B3C868}" type="parTrans" cxnId="{DE55F452-E504-41C1-A21B-1C369AA908D2}">
      <dgm:prSet/>
      <dgm:spPr/>
      <dgm:t>
        <a:bodyPr/>
        <a:lstStyle/>
        <a:p>
          <a:endParaRPr lang="en-US"/>
        </a:p>
      </dgm:t>
    </dgm:pt>
    <dgm:pt modelId="{148E6A37-5697-4257-9F7E-A5FC23FD25F4}" type="sibTrans" cxnId="{DE55F452-E504-41C1-A21B-1C369AA908D2}">
      <dgm:prSet/>
      <dgm:spPr/>
      <dgm:t>
        <a:bodyPr/>
        <a:lstStyle/>
        <a:p>
          <a:endParaRPr lang="en-US"/>
        </a:p>
      </dgm:t>
    </dgm:pt>
    <dgm:pt modelId="{42DF6C34-C563-47E7-98BF-AC0D24728F69}">
      <dgm:prSet/>
      <dgm:spPr/>
      <dgm:t>
        <a:bodyPr/>
        <a:lstStyle/>
        <a:p>
          <a:pPr>
            <a:defRPr b="1"/>
          </a:pPr>
          <a:r>
            <a:rPr lang="en-US" b="1"/>
            <a:t>Document list display must be improved</a:t>
          </a:r>
          <a:endParaRPr lang="en-US"/>
        </a:p>
      </dgm:t>
    </dgm:pt>
    <dgm:pt modelId="{1ED4FACF-4240-43D6-846F-04E15E016DFE}" type="parTrans" cxnId="{1CF7D4FA-07F4-4FC8-BA1E-0A85037EC833}">
      <dgm:prSet/>
      <dgm:spPr/>
      <dgm:t>
        <a:bodyPr/>
        <a:lstStyle/>
        <a:p>
          <a:endParaRPr lang="en-US"/>
        </a:p>
      </dgm:t>
    </dgm:pt>
    <dgm:pt modelId="{D51977F6-7F38-4F7D-AB56-AA1CF12C726E}" type="sibTrans" cxnId="{1CF7D4FA-07F4-4FC8-BA1E-0A85037EC833}">
      <dgm:prSet/>
      <dgm:spPr/>
      <dgm:t>
        <a:bodyPr/>
        <a:lstStyle/>
        <a:p>
          <a:endParaRPr lang="en-US"/>
        </a:p>
      </dgm:t>
    </dgm:pt>
    <dgm:pt modelId="{2C5BAB8D-D780-4FDD-9C54-FAB7A59AB38E}">
      <dgm:prSet/>
      <dgm:spPr/>
      <dgm:t>
        <a:bodyPr/>
        <a:lstStyle/>
        <a:p>
          <a:r>
            <a:rPr lang="en-US"/>
            <a:t>Long filenames caused the table layout to break.</a:t>
          </a:r>
        </a:p>
      </dgm:t>
    </dgm:pt>
    <dgm:pt modelId="{8865072B-41CF-4DEC-9523-B2B8C9566D49}" type="parTrans" cxnId="{F75494EE-E3F7-46C3-AFAB-92487BE4C413}">
      <dgm:prSet/>
      <dgm:spPr/>
      <dgm:t>
        <a:bodyPr/>
        <a:lstStyle/>
        <a:p>
          <a:endParaRPr lang="en-US"/>
        </a:p>
      </dgm:t>
    </dgm:pt>
    <dgm:pt modelId="{0FA14432-0656-4F9C-A41B-9009FDB27616}" type="sibTrans" cxnId="{F75494EE-E3F7-46C3-AFAB-92487BE4C413}">
      <dgm:prSet/>
      <dgm:spPr/>
      <dgm:t>
        <a:bodyPr/>
        <a:lstStyle/>
        <a:p>
          <a:endParaRPr lang="en-US"/>
        </a:p>
      </dgm:t>
    </dgm:pt>
    <dgm:pt modelId="{CF190F67-BF64-4A42-8CA3-0DFCADAAD822}">
      <dgm:prSet/>
      <dgm:spPr/>
      <dgm:t>
        <a:bodyPr/>
        <a:lstStyle/>
        <a:p>
          <a:r>
            <a:rPr lang="en-US"/>
            <a:t>Instead of showing the full filename, the system must show a </a:t>
          </a:r>
          <a:r>
            <a:rPr lang="en-US" b="1"/>
            <a:t>Download / View Document button</a:t>
          </a:r>
          <a:r>
            <a:rPr lang="en-US"/>
            <a:t>.</a:t>
          </a:r>
        </a:p>
      </dgm:t>
    </dgm:pt>
    <dgm:pt modelId="{4A858177-3FB5-4894-A1D7-CDAEB9C99379}" type="parTrans" cxnId="{518E613C-B3F1-401B-8FCA-D10EF490E278}">
      <dgm:prSet/>
      <dgm:spPr/>
      <dgm:t>
        <a:bodyPr/>
        <a:lstStyle/>
        <a:p>
          <a:endParaRPr lang="en-US"/>
        </a:p>
      </dgm:t>
    </dgm:pt>
    <dgm:pt modelId="{4DAB5B0D-FD1F-4995-9AF0-117C3294220C}" type="sibTrans" cxnId="{518E613C-B3F1-401B-8FCA-D10EF490E278}">
      <dgm:prSet/>
      <dgm:spPr/>
      <dgm:t>
        <a:bodyPr/>
        <a:lstStyle/>
        <a:p>
          <a:endParaRPr lang="en-US"/>
        </a:p>
      </dgm:t>
    </dgm:pt>
    <dgm:pt modelId="{92B33052-ADAD-493F-9AE0-389A56AEB6C9}">
      <dgm:prSet/>
      <dgm:spPr/>
      <dgm:t>
        <a:bodyPr/>
        <a:lstStyle/>
        <a:p>
          <a:pPr>
            <a:defRPr b="1"/>
          </a:pPr>
          <a:r>
            <a:rPr lang="en-US" b="1"/>
            <a:t>Coordinator &amp; Manager Views must be cleaned up</a:t>
          </a:r>
          <a:endParaRPr lang="en-US"/>
        </a:p>
      </dgm:t>
    </dgm:pt>
    <dgm:pt modelId="{D5C6DE7B-1FE5-421E-B5DF-1E2D55EE8D30}" type="parTrans" cxnId="{C8E59A7B-8B74-473A-920D-E92B669F2DDB}">
      <dgm:prSet/>
      <dgm:spPr/>
      <dgm:t>
        <a:bodyPr/>
        <a:lstStyle/>
        <a:p>
          <a:endParaRPr lang="en-US"/>
        </a:p>
      </dgm:t>
    </dgm:pt>
    <dgm:pt modelId="{81652CC5-969B-4640-8591-9E2CB12FFE7F}" type="sibTrans" cxnId="{C8E59A7B-8B74-473A-920D-E92B669F2DDB}">
      <dgm:prSet/>
      <dgm:spPr/>
      <dgm:t>
        <a:bodyPr/>
        <a:lstStyle/>
        <a:p>
          <a:endParaRPr lang="en-US"/>
        </a:p>
      </dgm:t>
    </dgm:pt>
    <dgm:pt modelId="{3DE1CC77-1671-4984-934F-A95E8CACD21B}">
      <dgm:prSet/>
      <dgm:spPr/>
      <dgm:t>
        <a:bodyPr/>
        <a:lstStyle/>
        <a:p>
          <a:r>
            <a:rPr lang="en-US"/>
            <a:t>Remove the text showing document names.</a:t>
          </a:r>
        </a:p>
      </dgm:t>
    </dgm:pt>
    <dgm:pt modelId="{7622142F-B697-498F-81EE-59BC51E509DE}" type="parTrans" cxnId="{12365E3D-0D16-4C80-BB66-6C145E33D39F}">
      <dgm:prSet/>
      <dgm:spPr/>
      <dgm:t>
        <a:bodyPr/>
        <a:lstStyle/>
        <a:p>
          <a:endParaRPr lang="en-US"/>
        </a:p>
      </dgm:t>
    </dgm:pt>
    <dgm:pt modelId="{93D69394-FB03-45E4-981E-2B66C4CE2DA4}" type="sibTrans" cxnId="{12365E3D-0D16-4C80-BB66-6C145E33D39F}">
      <dgm:prSet/>
      <dgm:spPr/>
      <dgm:t>
        <a:bodyPr/>
        <a:lstStyle/>
        <a:p>
          <a:endParaRPr lang="en-US"/>
        </a:p>
      </dgm:t>
    </dgm:pt>
    <dgm:pt modelId="{9725C0FC-862D-4DD6-8686-FD3C6A53B872}">
      <dgm:prSet/>
      <dgm:spPr/>
      <dgm:t>
        <a:bodyPr/>
        <a:lstStyle/>
        <a:p>
          <a:r>
            <a:rPr lang="en-US"/>
            <a:t>Replace with a single button such as </a:t>
          </a:r>
          <a:r>
            <a:rPr lang="en-US" b="1"/>
            <a:t>“View Supporting Documents”</a:t>
          </a:r>
          <a:r>
            <a:rPr lang="en-US"/>
            <a:t> to avoid layout distortion.</a:t>
          </a:r>
        </a:p>
      </dgm:t>
    </dgm:pt>
    <dgm:pt modelId="{70740AAF-15E6-41F5-97A7-A97782786047}" type="parTrans" cxnId="{1FFC6EBB-20E9-4512-93D0-E8614E06C9E6}">
      <dgm:prSet/>
      <dgm:spPr/>
      <dgm:t>
        <a:bodyPr/>
        <a:lstStyle/>
        <a:p>
          <a:endParaRPr lang="en-US"/>
        </a:p>
      </dgm:t>
    </dgm:pt>
    <dgm:pt modelId="{444D228C-8E80-4BE4-B33D-CB7DD505D490}" type="sibTrans" cxnId="{1FFC6EBB-20E9-4512-93D0-E8614E06C9E6}">
      <dgm:prSet/>
      <dgm:spPr/>
      <dgm:t>
        <a:bodyPr/>
        <a:lstStyle/>
        <a:p>
          <a:endParaRPr lang="en-US"/>
        </a:p>
      </dgm:t>
    </dgm:pt>
    <dgm:pt modelId="{07BA0E91-A3F8-495B-A6D5-32CB3F7326E4}">
      <dgm:prSet/>
      <dgm:spPr/>
      <dgm:t>
        <a:bodyPr/>
        <a:lstStyle/>
        <a:p>
          <a:pPr>
            <a:defRPr b="1"/>
          </a:pPr>
          <a:r>
            <a:rPr lang="en-US" b="1"/>
            <a:t>General UI improvement for document handling</a:t>
          </a:r>
          <a:endParaRPr lang="en-US"/>
        </a:p>
      </dgm:t>
    </dgm:pt>
    <dgm:pt modelId="{C2A88995-3BE1-4A13-9558-C1F6F33E107D}" type="parTrans" cxnId="{23CC791D-BDFF-4E48-890E-AEA2B3CD827F}">
      <dgm:prSet/>
      <dgm:spPr/>
      <dgm:t>
        <a:bodyPr/>
        <a:lstStyle/>
        <a:p>
          <a:endParaRPr lang="en-US"/>
        </a:p>
      </dgm:t>
    </dgm:pt>
    <dgm:pt modelId="{58586851-B533-4311-8AD5-8A78CCA35D17}" type="sibTrans" cxnId="{23CC791D-BDFF-4E48-890E-AEA2B3CD827F}">
      <dgm:prSet/>
      <dgm:spPr/>
      <dgm:t>
        <a:bodyPr/>
        <a:lstStyle/>
        <a:p>
          <a:endParaRPr lang="en-US"/>
        </a:p>
      </dgm:t>
    </dgm:pt>
    <dgm:pt modelId="{65E38708-F556-4FF3-B1A4-C9198D99681C}">
      <dgm:prSet/>
      <dgm:spPr/>
      <dgm:t>
        <a:bodyPr/>
        <a:lstStyle/>
        <a:p>
          <a:r>
            <a:rPr lang="en-US"/>
            <a:t>The documents section must be compact, consistent, and easy to navigate.</a:t>
          </a:r>
        </a:p>
      </dgm:t>
    </dgm:pt>
    <dgm:pt modelId="{B0A1182D-B6E7-46E2-B566-51500BE94F05}" type="parTrans" cxnId="{32DCAA7D-2C03-4106-8AE2-A6AF7500F6C3}">
      <dgm:prSet/>
      <dgm:spPr/>
      <dgm:t>
        <a:bodyPr/>
        <a:lstStyle/>
        <a:p>
          <a:endParaRPr lang="en-US"/>
        </a:p>
      </dgm:t>
    </dgm:pt>
    <dgm:pt modelId="{B4835536-3776-453B-9D10-FF64C7F04A50}" type="sibTrans" cxnId="{32DCAA7D-2C03-4106-8AE2-A6AF7500F6C3}">
      <dgm:prSet/>
      <dgm:spPr/>
      <dgm:t>
        <a:bodyPr/>
        <a:lstStyle/>
        <a:p>
          <a:endParaRPr lang="en-US"/>
        </a:p>
      </dgm:t>
    </dgm:pt>
    <dgm:pt modelId="{E945496B-1FC4-404B-B570-0F706DB0350E}" type="pres">
      <dgm:prSet presAssocID="{60C682CF-3BFC-49B1-A48A-EA6D43CEC459}" presName="root" presStyleCnt="0">
        <dgm:presLayoutVars>
          <dgm:dir/>
          <dgm:resizeHandles val="exact"/>
        </dgm:presLayoutVars>
      </dgm:prSet>
      <dgm:spPr/>
    </dgm:pt>
    <dgm:pt modelId="{E335F87F-8434-4683-AF68-7AB096C86537}" type="pres">
      <dgm:prSet presAssocID="{49713796-5390-4638-BF51-4C4DE4D02B83}" presName="compNode" presStyleCnt="0"/>
      <dgm:spPr/>
    </dgm:pt>
    <dgm:pt modelId="{949EA955-16F2-468F-857A-13E4CABF9036}" type="pres">
      <dgm:prSet presAssocID="{49713796-5390-4638-BF51-4C4DE4D02B8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cturer"/>
        </a:ext>
      </dgm:extLst>
    </dgm:pt>
    <dgm:pt modelId="{7999F4D7-45E0-45D0-A47C-807834E7C4C9}" type="pres">
      <dgm:prSet presAssocID="{49713796-5390-4638-BF51-4C4DE4D02B83}" presName="iconSpace" presStyleCnt="0"/>
      <dgm:spPr/>
    </dgm:pt>
    <dgm:pt modelId="{60D7AC6E-27A3-4F40-9443-38652C5B7A36}" type="pres">
      <dgm:prSet presAssocID="{49713796-5390-4638-BF51-4C4DE4D02B83}" presName="parTx" presStyleLbl="revTx" presStyleIdx="0" presStyleCnt="10">
        <dgm:presLayoutVars>
          <dgm:chMax val="0"/>
          <dgm:chPref val="0"/>
        </dgm:presLayoutVars>
      </dgm:prSet>
      <dgm:spPr/>
    </dgm:pt>
    <dgm:pt modelId="{4B95115C-FF2B-4AC3-B251-48F8B5068D23}" type="pres">
      <dgm:prSet presAssocID="{49713796-5390-4638-BF51-4C4DE4D02B83}" presName="txSpace" presStyleCnt="0"/>
      <dgm:spPr/>
    </dgm:pt>
    <dgm:pt modelId="{6F7E81ED-7580-4F5E-BD5D-C3F4549995F8}" type="pres">
      <dgm:prSet presAssocID="{49713796-5390-4638-BF51-4C4DE4D02B83}" presName="desTx" presStyleLbl="revTx" presStyleIdx="1" presStyleCnt="10">
        <dgm:presLayoutVars/>
      </dgm:prSet>
      <dgm:spPr/>
    </dgm:pt>
    <dgm:pt modelId="{0AF44A8C-DE0B-460A-8E45-44E93ECAFA5D}" type="pres">
      <dgm:prSet presAssocID="{C5FF57ED-2322-4F22-BB8D-32EC882AA967}" presName="sibTrans" presStyleCnt="0"/>
      <dgm:spPr/>
    </dgm:pt>
    <dgm:pt modelId="{9C3D78B8-FF15-4EF4-9FE8-1082C366F733}" type="pres">
      <dgm:prSet presAssocID="{48D7224C-F370-4D07-8AA8-EC5EBBBD7EC0}" presName="compNode" presStyleCnt="0"/>
      <dgm:spPr/>
    </dgm:pt>
    <dgm:pt modelId="{2BC8E0E8-EAAF-46A5-A1DB-43FF9D5BA376}" type="pres">
      <dgm:prSet presAssocID="{48D7224C-F370-4D07-8AA8-EC5EBBBD7EC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BF26B43F-0D16-445A-B6CB-DB771997E0D9}" type="pres">
      <dgm:prSet presAssocID="{48D7224C-F370-4D07-8AA8-EC5EBBBD7EC0}" presName="iconSpace" presStyleCnt="0"/>
      <dgm:spPr/>
    </dgm:pt>
    <dgm:pt modelId="{509D92D8-498B-42E0-8287-4B8D3E8445EE}" type="pres">
      <dgm:prSet presAssocID="{48D7224C-F370-4D07-8AA8-EC5EBBBD7EC0}" presName="parTx" presStyleLbl="revTx" presStyleIdx="2" presStyleCnt="10">
        <dgm:presLayoutVars>
          <dgm:chMax val="0"/>
          <dgm:chPref val="0"/>
        </dgm:presLayoutVars>
      </dgm:prSet>
      <dgm:spPr/>
    </dgm:pt>
    <dgm:pt modelId="{F1391EB8-C96C-4258-9DF6-7CD96873F273}" type="pres">
      <dgm:prSet presAssocID="{48D7224C-F370-4D07-8AA8-EC5EBBBD7EC0}" presName="txSpace" presStyleCnt="0"/>
      <dgm:spPr/>
    </dgm:pt>
    <dgm:pt modelId="{08BF3B2C-6C0B-45B3-B34E-7E86555B1F5B}" type="pres">
      <dgm:prSet presAssocID="{48D7224C-F370-4D07-8AA8-EC5EBBBD7EC0}" presName="desTx" presStyleLbl="revTx" presStyleIdx="3" presStyleCnt="10">
        <dgm:presLayoutVars/>
      </dgm:prSet>
      <dgm:spPr/>
    </dgm:pt>
    <dgm:pt modelId="{0B06AB9A-38EB-4BD7-A347-81A9D9552A06}" type="pres">
      <dgm:prSet presAssocID="{228E8B1E-6372-4A75-B53C-92420FB96AEC}" presName="sibTrans" presStyleCnt="0"/>
      <dgm:spPr/>
    </dgm:pt>
    <dgm:pt modelId="{54E77756-EEE4-4C57-84DF-9D230D80ACA2}" type="pres">
      <dgm:prSet presAssocID="{42DF6C34-C563-47E7-98BF-AC0D24728F69}" presName="compNode" presStyleCnt="0"/>
      <dgm:spPr/>
    </dgm:pt>
    <dgm:pt modelId="{06E9893A-350F-4B22-813E-076B0D7D6859}" type="pres">
      <dgm:prSet presAssocID="{42DF6C34-C563-47E7-98BF-AC0D24728F6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B54BBE37-734C-4B98-8C10-026695D20EF2}" type="pres">
      <dgm:prSet presAssocID="{42DF6C34-C563-47E7-98BF-AC0D24728F69}" presName="iconSpace" presStyleCnt="0"/>
      <dgm:spPr/>
    </dgm:pt>
    <dgm:pt modelId="{0FCE1642-1BF5-48EE-A6EE-99B3164464E8}" type="pres">
      <dgm:prSet presAssocID="{42DF6C34-C563-47E7-98BF-AC0D24728F69}" presName="parTx" presStyleLbl="revTx" presStyleIdx="4" presStyleCnt="10">
        <dgm:presLayoutVars>
          <dgm:chMax val="0"/>
          <dgm:chPref val="0"/>
        </dgm:presLayoutVars>
      </dgm:prSet>
      <dgm:spPr/>
    </dgm:pt>
    <dgm:pt modelId="{C53B745E-D9CF-4E49-A5E4-BEA28951E9BF}" type="pres">
      <dgm:prSet presAssocID="{42DF6C34-C563-47E7-98BF-AC0D24728F69}" presName="txSpace" presStyleCnt="0"/>
      <dgm:spPr/>
    </dgm:pt>
    <dgm:pt modelId="{6CE57F14-1A45-4777-822B-8229869EDEBF}" type="pres">
      <dgm:prSet presAssocID="{42DF6C34-C563-47E7-98BF-AC0D24728F69}" presName="desTx" presStyleLbl="revTx" presStyleIdx="5" presStyleCnt="10">
        <dgm:presLayoutVars/>
      </dgm:prSet>
      <dgm:spPr/>
    </dgm:pt>
    <dgm:pt modelId="{80463142-E53B-4FA8-916D-FB3CBECF065C}" type="pres">
      <dgm:prSet presAssocID="{D51977F6-7F38-4F7D-AB56-AA1CF12C726E}" presName="sibTrans" presStyleCnt="0"/>
      <dgm:spPr/>
    </dgm:pt>
    <dgm:pt modelId="{C488BDF5-AA3A-486C-9EA4-396F646CB928}" type="pres">
      <dgm:prSet presAssocID="{92B33052-ADAD-493F-9AE0-389A56AEB6C9}" presName="compNode" presStyleCnt="0"/>
      <dgm:spPr/>
    </dgm:pt>
    <dgm:pt modelId="{D39A5068-2A56-4712-B53B-546866C1011E}" type="pres">
      <dgm:prSet presAssocID="{92B33052-ADAD-493F-9AE0-389A56AEB6C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22E2A63E-3F48-4355-AC93-66E636ED4132}" type="pres">
      <dgm:prSet presAssocID="{92B33052-ADAD-493F-9AE0-389A56AEB6C9}" presName="iconSpace" presStyleCnt="0"/>
      <dgm:spPr/>
    </dgm:pt>
    <dgm:pt modelId="{434270C8-7358-4850-9B92-613E8732516D}" type="pres">
      <dgm:prSet presAssocID="{92B33052-ADAD-493F-9AE0-389A56AEB6C9}" presName="parTx" presStyleLbl="revTx" presStyleIdx="6" presStyleCnt="10">
        <dgm:presLayoutVars>
          <dgm:chMax val="0"/>
          <dgm:chPref val="0"/>
        </dgm:presLayoutVars>
      </dgm:prSet>
      <dgm:spPr/>
    </dgm:pt>
    <dgm:pt modelId="{537D8314-4804-4FB1-889D-E836FB80B3E3}" type="pres">
      <dgm:prSet presAssocID="{92B33052-ADAD-493F-9AE0-389A56AEB6C9}" presName="txSpace" presStyleCnt="0"/>
      <dgm:spPr/>
    </dgm:pt>
    <dgm:pt modelId="{2C345234-3531-40C1-9549-D90B91DFC2C4}" type="pres">
      <dgm:prSet presAssocID="{92B33052-ADAD-493F-9AE0-389A56AEB6C9}" presName="desTx" presStyleLbl="revTx" presStyleIdx="7" presStyleCnt="10">
        <dgm:presLayoutVars/>
      </dgm:prSet>
      <dgm:spPr/>
    </dgm:pt>
    <dgm:pt modelId="{841BB8A4-1599-41A1-B633-50415D3DA48D}" type="pres">
      <dgm:prSet presAssocID="{81652CC5-969B-4640-8591-9E2CB12FFE7F}" presName="sibTrans" presStyleCnt="0"/>
      <dgm:spPr/>
    </dgm:pt>
    <dgm:pt modelId="{CB55E35D-8E30-4088-9184-14A828059757}" type="pres">
      <dgm:prSet presAssocID="{07BA0E91-A3F8-495B-A6D5-32CB3F7326E4}" presName="compNode" presStyleCnt="0"/>
      <dgm:spPr/>
    </dgm:pt>
    <dgm:pt modelId="{30E47C1C-60AC-4F24-882C-A3F15D3F3ED0}" type="pres">
      <dgm:prSet presAssocID="{07BA0E91-A3F8-495B-A6D5-32CB3F7326E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F2A86223-13B4-4F16-B4F8-B2C707A242CE}" type="pres">
      <dgm:prSet presAssocID="{07BA0E91-A3F8-495B-A6D5-32CB3F7326E4}" presName="iconSpace" presStyleCnt="0"/>
      <dgm:spPr/>
    </dgm:pt>
    <dgm:pt modelId="{C9BFE7A9-DA5D-4773-9448-1932D7AF0F73}" type="pres">
      <dgm:prSet presAssocID="{07BA0E91-A3F8-495B-A6D5-32CB3F7326E4}" presName="parTx" presStyleLbl="revTx" presStyleIdx="8" presStyleCnt="10">
        <dgm:presLayoutVars>
          <dgm:chMax val="0"/>
          <dgm:chPref val="0"/>
        </dgm:presLayoutVars>
      </dgm:prSet>
      <dgm:spPr/>
    </dgm:pt>
    <dgm:pt modelId="{D4AF1978-85C0-4FBB-88CF-828515FAA4B0}" type="pres">
      <dgm:prSet presAssocID="{07BA0E91-A3F8-495B-A6D5-32CB3F7326E4}" presName="txSpace" presStyleCnt="0"/>
      <dgm:spPr/>
    </dgm:pt>
    <dgm:pt modelId="{111D9575-95B7-41C1-83F8-2A1A7C49A1AC}" type="pres">
      <dgm:prSet presAssocID="{07BA0E91-A3F8-495B-A6D5-32CB3F7326E4}" presName="desTx" presStyleLbl="revTx" presStyleIdx="9" presStyleCnt="10">
        <dgm:presLayoutVars/>
      </dgm:prSet>
      <dgm:spPr/>
    </dgm:pt>
  </dgm:ptLst>
  <dgm:cxnLst>
    <dgm:cxn modelId="{824A0811-1705-45DF-AE48-3A6665BE6C48}" type="presOf" srcId="{9725C0FC-862D-4DD6-8686-FD3C6A53B872}" destId="{2C345234-3531-40C1-9549-D90B91DFC2C4}" srcOrd="0" destOrd="1" presId="urn:microsoft.com/office/officeart/2018/5/layout/CenteredIconLabelDescriptionList"/>
    <dgm:cxn modelId="{B2247B17-CDBB-408A-A7C5-89B48C153957}" type="presOf" srcId="{49713796-5390-4638-BF51-4C4DE4D02B83}" destId="{60D7AC6E-27A3-4F40-9443-38652C5B7A36}" srcOrd="0" destOrd="0" presId="urn:microsoft.com/office/officeart/2018/5/layout/CenteredIconLabelDescriptionList"/>
    <dgm:cxn modelId="{23CC791D-BDFF-4E48-890E-AEA2B3CD827F}" srcId="{60C682CF-3BFC-49B1-A48A-EA6D43CEC459}" destId="{07BA0E91-A3F8-495B-A6D5-32CB3F7326E4}" srcOrd="4" destOrd="0" parTransId="{C2A88995-3BE1-4A13-9558-C1F6F33E107D}" sibTransId="{58586851-B533-4311-8AD5-8A78CCA35D17}"/>
    <dgm:cxn modelId="{518E613C-B3F1-401B-8FCA-D10EF490E278}" srcId="{42DF6C34-C563-47E7-98BF-AC0D24728F69}" destId="{CF190F67-BF64-4A42-8CA3-0DFCADAAD822}" srcOrd="1" destOrd="0" parTransId="{4A858177-3FB5-4894-A1D7-CDAEB9C99379}" sibTransId="{4DAB5B0D-FD1F-4995-9AF0-117C3294220C}"/>
    <dgm:cxn modelId="{12365E3D-0D16-4C80-BB66-6C145E33D39F}" srcId="{92B33052-ADAD-493F-9AE0-389A56AEB6C9}" destId="{3DE1CC77-1671-4984-934F-A95E8CACD21B}" srcOrd="0" destOrd="0" parTransId="{7622142F-B697-498F-81EE-59BC51E509DE}" sibTransId="{93D69394-FB03-45E4-981E-2B66C4CE2DA4}"/>
    <dgm:cxn modelId="{85040E61-A927-4E28-927A-FA1D2FE4F40A}" srcId="{60C682CF-3BFC-49B1-A48A-EA6D43CEC459}" destId="{49713796-5390-4638-BF51-4C4DE4D02B83}" srcOrd="0" destOrd="0" parTransId="{65E67DFC-EC38-4C25-B5F4-2C30C9C94141}" sibTransId="{C5FF57ED-2322-4F22-BB8D-32EC882AA967}"/>
    <dgm:cxn modelId="{B9FB9A41-83AE-42E7-B8E0-EC5DFAB58EAC}" type="presOf" srcId="{60C682CF-3BFC-49B1-A48A-EA6D43CEC459}" destId="{E945496B-1FC4-404B-B570-0F706DB0350E}" srcOrd="0" destOrd="0" presId="urn:microsoft.com/office/officeart/2018/5/layout/CenteredIconLabelDescriptionList"/>
    <dgm:cxn modelId="{8769D74C-6832-4DF1-BE4D-B4579331A83E}" type="presOf" srcId="{65E38708-F556-4FF3-B1A4-C9198D99681C}" destId="{111D9575-95B7-41C1-83F8-2A1A7C49A1AC}" srcOrd="0" destOrd="0" presId="urn:microsoft.com/office/officeart/2018/5/layout/CenteredIconLabelDescriptionList"/>
    <dgm:cxn modelId="{6967EB72-EACE-49EE-BC5F-70DC3958FB2F}" type="presOf" srcId="{92B33052-ADAD-493F-9AE0-389A56AEB6C9}" destId="{434270C8-7358-4850-9B92-613E8732516D}" srcOrd="0" destOrd="0" presId="urn:microsoft.com/office/officeart/2018/5/layout/CenteredIconLabelDescriptionList"/>
    <dgm:cxn modelId="{DE55F452-E504-41C1-A21B-1C369AA908D2}" srcId="{48D7224C-F370-4D07-8AA8-EC5EBBBD7EC0}" destId="{184F7091-3796-4ADF-8988-6FAB1F44E135}" srcOrd="1" destOrd="0" parTransId="{82A88E7A-EE7F-478C-8A89-4EEEF1B3C868}" sibTransId="{148E6A37-5697-4257-9F7E-A5FC23FD25F4}"/>
    <dgm:cxn modelId="{70B06573-D483-4C21-BDE2-62D192804AE1}" type="presOf" srcId="{48D7224C-F370-4D07-8AA8-EC5EBBBD7EC0}" destId="{509D92D8-498B-42E0-8287-4B8D3E8445EE}" srcOrd="0" destOrd="0" presId="urn:microsoft.com/office/officeart/2018/5/layout/CenteredIconLabelDescriptionList"/>
    <dgm:cxn modelId="{C8E59A7B-8B74-473A-920D-E92B669F2DDB}" srcId="{60C682CF-3BFC-49B1-A48A-EA6D43CEC459}" destId="{92B33052-ADAD-493F-9AE0-389A56AEB6C9}" srcOrd="3" destOrd="0" parTransId="{D5C6DE7B-1FE5-421E-B5DF-1E2D55EE8D30}" sibTransId="{81652CC5-969B-4640-8591-9E2CB12FFE7F}"/>
    <dgm:cxn modelId="{32DCAA7D-2C03-4106-8AE2-A6AF7500F6C3}" srcId="{07BA0E91-A3F8-495B-A6D5-32CB3F7326E4}" destId="{65E38708-F556-4FF3-B1A4-C9198D99681C}" srcOrd="0" destOrd="0" parTransId="{B0A1182D-B6E7-46E2-B566-51500BE94F05}" sibTransId="{B4835536-3776-453B-9D10-FF64C7F04A50}"/>
    <dgm:cxn modelId="{E3AAB17E-92B5-4688-AED2-3910BFC23607}" type="presOf" srcId="{CF190F67-BF64-4A42-8CA3-0DFCADAAD822}" destId="{6CE57F14-1A45-4777-822B-8229869EDEBF}" srcOrd="0" destOrd="1" presId="urn:microsoft.com/office/officeart/2018/5/layout/CenteredIconLabelDescriptionList"/>
    <dgm:cxn modelId="{EE934C84-9915-4EC7-A7D1-F1BAA5E9B2E4}" type="presOf" srcId="{184F7091-3796-4ADF-8988-6FAB1F44E135}" destId="{08BF3B2C-6C0B-45B3-B34E-7E86555B1F5B}" srcOrd="0" destOrd="1" presId="urn:microsoft.com/office/officeart/2018/5/layout/CenteredIconLabelDescriptionList"/>
    <dgm:cxn modelId="{B818CD8F-EFBF-46C8-A7BF-3D867204CC56}" srcId="{60C682CF-3BFC-49B1-A48A-EA6D43CEC459}" destId="{48D7224C-F370-4D07-8AA8-EC5EBBBD7EC0}" srcOrd="1" destOrd="0" parTransId="{B22BB6B3-E4BA-4B7E-9CF6-4824B17E13ED}" sibTransId="{228E8B1E-6372-4A75-B53C-92420FB96AEC}"/>
    <dgm:cxn modelId="{ED68D490-38C5-4E01-9DDA-93433D70B499}" type="presOf" srcId="{07BA0E91-A3F8-495B-A6D5-32CB3F7326E4}" destId="{C9BFE7A9-DA5D-4773-9448-1932D7AF0F73}" srcOrd="0" destOrd="0" presId="urn:microsoft.com/office/officeart/2018/5/layout/CenteredIconLabelDescriptionList"/>
    <dgm:cxn modelId="{DC9579A4-BEF7-464A-8A87-23FB0745B73F}" type="presOf" srcId="{5BA9BB2E-1D6F-4E29-8412-B55C9916D23D}" destId="{08BF3B2C-6C0B-45B3-B34E-7E86555B1F5B}" srcOrd="0" destOrd="0" presId="urn:microsoft.com/office/officeart/2018/5/layout/CenteredIconLabelDescriptionList"/>
    <dgm:cxn modelId="{270F5FA5-C158-47CE-A5F0-A6C087991310}" type="presOf" srcId="{2C5BAB8D-D780-4FDD-9C54-FAB7A59AB38E}" destId="{6CE57F14-1A45-4777-822B-8229869EDEBF}" srcOrd="0" destOrd="0" presId="urn:microsoft.com/office/officeart/2018/5/layout/CenteredIconLabelDescriptionList"/>
    <dgm:cxn modelId="{1FFC6EBB-20E9-4512-93D0-E8614E06C9E6}" srcId="{92B33052-ADAD-493F-9AE0-389A56AEB6C9}" destId="{9725C0FC-862D-4DD6-8686-FD3C6A53B872}" srcOrd="1" destOrd="0" parTransId="{70740AAF-15E6-41F5-97A7-A97782786047}" sibTransId="{444D228C-8E80-4BE4-B33D-CB7DD505D490}"/>
    <dgm:cxn modelId="{BE47CEC3-516B-4EA1-B42F-E0137087CAC6}" type="presOf" srcId="{3DE1CC77-1671-4984-934F-A95E8CACD21B}" destId="{2C345234-3531-40C1-9549-D90B91DFC2C4}" srcOrd="0" destOrd="0" presId="urn:microsoft.com/office/officeart/2018/5/layout/CenteredIconLabelDescriptionList"/>
    <dgm:cxn modelId="{F75494EE-E3F7-46C3-AFAB-92487BE4C413}" srcId="{42DF6C34-C563-47E7-98BF-AC0D24728F69}" destId="{2C5BAB8D-D780-4FDD-9C54-FAB7A59AB38E}" srcOrd="0" destOrd="0" parTransId="{8865072B-41CF-4DEC-9523-B2B8C9566D49}" sibTransId="{0FA14432-0656-4F9C-A41B-9009FDB27616}"/>
    <dgm:cxn modelId="{1CF7D4FA-07F4-4FC8-BA1E-0A85037EC833}" srcId="{60C682CF-3BFC-49B1-A48A-EA6D43CEC459}" destId="{42DF6C34-C563-47E7-98BF-AC0D24728F69}" srcOrd="2" destOrd="0" parTransId="{1ED4FACF-4240-43D6-846F-04E15E016DFE}" sibTransId="{D51977F6-7F38-4F7D-AB56-AA1CF12C726E}"/>
    <dgm:cxn modelId="{038EDBFE-1593-40AE-9F55-E4AA2AAEBB9D}" srcId="{48D7224C-F370-4D07-8AA8-EC5EBBBD7EC0}" destId="{5BA9BB2E-1D6F-4E29-8412-B55C9916D23D}" srcOrd="0" destOrd="0" parTransId="{3B44B30C-497A-49EA-A378-ECCEB538A5A2}" sibTransId="{C80E87CE-A369-46E0-946E-50007067F67F}"/>
    <dgm:cxn modelId="{1929F0FE-6744-4DF5-B048-01D437C7664A}" type="presOf" srcId="{42DF6C34-C563-47E7-98BF-AC0D24728F69}" destId="{0FCE1642-1BF5-48EE-A6EE-99B3164464E8}" srcOrd="0" destOrd="0" presId="urn:microsoft.com/office/officeart/2018/5/layout/CenteredIconLabelDescriptionList"/>
    <dgm:cxn modelId="{88B352AC-577F-43B7-A3C2-B6FCADA6FCE8}" type="presParOf" srcId="{E945496B-1FC4-404B-B570-0F706DB0350E}" destId="{E335F87F-8434-4683-AF68-7AB096C86537}" srcOrd="0" destOrd="0" presId="urn:microsoft.com/office/officeart/2018/5/layout/CenteredIconLabelDescriptionList"/>
    <dgm:cxn modelId="{28A3990B-BE65-4C85-8F62-584E7C6D556C}" type="presParOf" srcId="{E335F87F-8434-4683-AF68-7AB096C86537}" destId="{949EA955-16F2-468F-857A-13E4CABF9036}" srcOrd="0" destOrd="0" presId="urn:microsoft.com/office/officeart/2018/5/layout/CenteredIconLabelDescriptionList"/>
    <dgm:cxn modelId="{6273AF1A-0E44-4F9F-8B81-0390955493BC}" type="presParOf" srcId="{E335F87F-8434-4683-AF68-7AB096C86537}" destId="{7999F4D7-45E0-45D0-A47C-807834E7C4C9}" srcOrd="1" destOrd="0" presId="urn:microsoft.com/office/officeart/2018/5/layout/CenteredIconLabelDescriptionList"/>
    <dgm:cxn modelId="{1BB7156C-7BDD-48BD-9091-3EEAAFE1F295}" type="presParOf" srcId="{E335F87F-8434-4683-AF68-7AB096C86537}" destId="{60D7AC6E-27A3-4F40-9443-38652C5B7A36}" srcOrd="2" destOrd="0" presId="urn:microsoft.com/office/officeart/2018/5/layout/CenteredIconLabelDescriptionList"/>
    <dgm:cxn modelId="{CB49708F-5CFA-422C-A9CA-1599B1F07A95}" type="presParOf" srcId="{E335F87F-8434-4683-AF68-7AB096C86537}" destId="{4B95115C-FF2B-4AC3-B251-48F8B5068D23}" srcOrd="3" destOrd="0" presId="urn:microsoft.com/office/officeart/2018/5/layout/CenteredIconLabelDescriptionList"/>
    <dgm:cxn modelId="{0412F83F-15F3-411E-B36B-C30C3BB7E06E}" type="presParOf" srcId="{E335F87F-8434-4683-AF68-7AB096C86537}" destId="{6F7E81ED-7580-4F5E-BD5D-C3F4549995F8}" srcOrd="4" destOrd="0" presId="urn:microsoft.com/office/officeart/2018/5/layout/CenteredIconLabelDescriptionList"/>
    <dgm:cxn modelId="{88147FB5-F420-4B2D-94E2-AE048BC83967}" type="presParOf" srcId="{E945496B-1FC4-404B-B570-0F706DB0350E}" destId="{0AF44A8C-DE0B-460A-8E45-44E93ECAFA5D}" srcOrd="1" destOrd="0" presId="urn:microsoft.com/office/officeart/2018/5/layout/CenteredIconLabelDescriptionList"/>
    <dgm:cxn modelId="{84D24FAC-3EA0-4479-9222-176F72ED68B5}" type="presParOf" srcId="{E945496B-1FC4-404B-B570-0F706DB0350E}" destId="{9C3D78B8-FF15-4EF4-9FE8-1082C366F733}" srcOrd="2" destOrd="0" presId="urn:microsoft.com/office/officeart/2018/5/layout/CenteredIconLabelDescriptionList"/>
    <dgm:cxn modelId="{D5D68C52-599F-4343-80D2-1E61A13C5A98}" type="presParOf" srcId="{9C3D78B8-FF15-4EF4-9FE8-1082C366F733}" destId="{2BC8E0E8-EAAF-46A5-A1DB-43FF9D5BA376}" srcOrd="0" destOrd="0" presId="urn:microsoft.com/office/officeart/2018/5/layout/CenteredIconLabelDescriptionList"/>
    <dgm:cxn modelId="{16B52D2C-6148-4113-889E-D28BE139D76A}" type="presParOf" srcId="{9C3D78B8-FF15-4EF4-9FE8-1082C366F733}" destId="{BF26B43F-0D16-445A-B6CB-DB771997E0D9}" srcOrd="1" destOrd="0" presId="urn:microsoft.com/office/officeart/2018/5/layout/CenteredIconLabelDescriptionList"/>
    <dgm:cxn modelId="{02850224-D2BD-4315-9F68-302CB867DF13}" type="presParOf" srcId="{9C3D78B8-FF15-4EF4-9FE8-1082C366F733}" destId="{509D92D8-498B-42E0-8287-4B8D3E8445EE}" srcOrd="2" destOrd="0" presId="urn:microsoft.com/office/officeart/2018/5/layout/CenteredIconLabelDescriptionList"/>
    <dgm:cxn modelId="{D20800F7-1F24-4E5B-9D7C-175E1B6D213D}" type="presParOf" srcId="{9C3D78B8-FF15-4EF4-9FE8-1082C366F733}" destId="{F1391EB8-C96C-4258-9DF6-7CD96873F273}" srcOrd="3" destOrd="0" presId="urn:microsoft.com/office/officeart/2018/5/layout/CenteredIconLabelDescriptionList"/>
    <dgm:cxn modelId="{93B392CE-ED00-492D-9599-FBE47D4BDFF0}" type="presParOf" srcId="{9C3D78B8-FF15-4EF4-9FE8-1082C366F733}" destId="{08BF3B2C-6C0B-45B3-B34E-7E86555B1F5B}" srcOrd="4" destOrd="0" presId="urn:microsoft.com/office/officeart/2018/5/layout/CenteredIconLabelDescriptionList"/>
    <dgm:cxn modelId="{B1555001-6F10-4280-BA90-344BBC374833}" type="presParOf" srcId="{E945496B-1FC4-404B-B570-0F706DB0350E}" destId="{0B06AB9A-38EB-4BD7-A347-81A9D9552A06}" srcOrd="3" destOrd="0" presId="urn:microsoft.com/office/officeart/2018/5/layout/CenteredIconLabelDescriptionList"/>
    <dgm:cxn modelId="{03A6F791-A05E-4CF8-B290-73A0C1DFBE1E}" type="presParOf" srcId="{E945496B-1FC4-404B-B570-0F706DB0350E}" destId="{54E77756-EEE4-4C57-84DF-9D230D80ACA2}" srcOrd="4" destOrd="0" presId="urn:microsoft.com/office/officeart/2018/5/layout/CenteredIconLabelDescriptionList"/>
    <dgm:cxn modelId="{1F1B7E64-DD7C-4D24-B2D0-201128F97ADA}" type="presParOf" srcId="{54E77756-EEE4-4C57-84DF-9D230D80ACA2}" destId="{06E9893A-350F-4B22-813E-076B0D7D6859}" srcOrd="0" destOrd="0" presId="urn:microsoft.com/office/officeart/2018/5/layout/CenteredIconLabelDescriptionList"/>
    <dgm:cxn modelId="{FAD43D7F-CB05-4612-A948-633DBB119567}" type="presParOf" srcId="{54E77756-EEE4-4C57-84DF-9D230D80ACA2}" destId="{B54BBE37-734C-4B98-8C10-026695D20EF2}" srcOrd="1" destOrd="0" presId="urn:microsoft.com/office/officeart/2018/5/layout/CenteredIconLabelDescriptionList"/>
    <dgm:cxn modelId="{47AE85AF-3143-4593-9EC4-98534D17F678}" type="presParOf" srcId="{54E77756-EEE4-4C57-84DF-9D230D80ACA2}" destId="{0FCE1642-1BF5-48EE-A6EE-99B3164464E8}" srcOrd="2" destOrd="0" presId="urn:microsoft.com/office/officeart/2018/5/layout/CenteredIconLabelDescriptionList"/>
    <dgm:cxn modelId="{FFEA998F-8C4D-4A80-96D5-DC669519C061}" type="presParOf" srcId="{54E77756-EEE4-4C57-84DF-9D230D80ACA2}" destId="{C53B745E-D9CF-4E49-A5E4-BEA28951E9BF}" srcOrd="3" destOrd="0" presId="urn:microsoft.com/office/officeart/2018/5/layout/CenteredIconLabelDescriptionList"/>
    <dgm:cxn modelId="{DE5E8CE1-1E99-47B2-A56A-527CED9C38AD}" type="presParOf" srcId="{54E77756-EEE4-4C57-84DF-9D230D80ACA2}" destId="{6CE57F14-1A45-4777-822B-8229869EDEBF}" srcOrd="4" destOrd="0" presId="urn:microsoft.com/office/officeart/2018/5/layout/CenteredIconLabelDescriptionList"/>
    <dgm:cxn modelId="{8DC8108B-9EFB-49AB-AAF0-36E181BBC219}" type="presParOf" srcId="{E945496B-1FC4-404B-B570-0F706DB0350E}" destId="{80463142-E53B-4FA8-916D-FB3CBECF065C}" srcOrd="5" destOrd="0" presId="urn:microsoft.com/office/officeart/2018/5/layout/CenteredIconLabelDescriptionList"/>
    <dgm:cxn modelId="{0D87326D-5DCD-4B62-8AC6-6A45426D506F}" type="presParOf" srcId="{E945496B-1FC4-404B-B570-0F706DB0350E}" destId="{C488BDF5-AA3A-486C-9EA4-396F646CB928}" srcOrd="6" destOrd="0" presId="urn:microsoft.com/office/officeart/2018/5/layout/CenteredIconLabelDescriptionList"/>
    <dgm:cxn modelId="{95689F02-54E4-4412-8373-90C52098E9D3}" type="presParOf" srcId="{C488BDF5-AA3A-486C-9EA4-396F646CB928}" destId="{D39A5068-2A56-4712-B53B-546866C1011E}" srcOrd="0" destOrd="0" presId="urn:microsoft.com/office/officeart/2018/5/layout/CenteredIconLabelDescriptionList"/>
    <dgm:cxn modelId="{CBD6D7D1-F095-429B-BFA4-B3E4487EDC3F}" type="presParOf" srcId="{C488BDF5-AA3A-486C-9EA4-396F646CB928}" destId="{22E2A63E-3F48-4355-AC93-66E636ED4132}" srcOrd="1" destOrd="0" presId="urn:microsoft.com/office/officeart/2018/5/layout/CenteredIconLabelDescriptionList"/>
    <dgm:cxn modelId="{AEDCD95B-6C0C-49B1-9DFD-F695984B37C6}" type="presParOf" srcId="{C488BDF5-AA3A-486C-9EA4-396F646CB928}" destId="{434270C8-7358-4850-9B92-613E8732516D}" srcOrd="2" destOrd="0" presId="urn:microsoft.com/office/officeart/2018/5/layout/CenteredIconLabelDescriptionList"/>
    <dgm:cxn modelId="{3830438D-CDED-4432-8F2E-EA0E7DBD7E36}" type="presParOf" srcId="{C488BDF5-AA3A-486C-9EA4-396F646CB928}" destId="{537D8314-4804-4FB1-889D-E836FB80B3E3}" srcOrd="3" destOrd="0" presId="urn:microsoft.com/office/officeart/2018/5/layout/CenteredIconLabelDescriptionList"/>
    <dgm:cxn modelId="{3F716BC8-3554-4853-913B-EF3405E051C6}" type="presParOf" srcId="{C488BDF5-AA3A-486C-9EA4-396F646CB928}" destId="{2C345234-3531-40C1-9549-D90B91DFC2C4}" srcOrd="4" destOrd="0" presId="urn:microsoft.com/office/officeart/2018/5/layout/CenteredIconLabelDescriptionList"/>
    <dgm:cxn modelId="{F891C485-5734-460A-A5DB-0530E7633933}" type="presParOf" srcId="{E945496B-1FC4-404B-B570-0F706DB0350E}" destId="{841BB8A4-1599-41A1-B633-50415D3DA48D}" srcOrd="7" destOrd="0" presId="urn:microsoft.com/office/officeart/2018/5/layout/CenteredIconLabelDescriptionList"/>
    <dgm:cxn modelId="{F032F838-D421-487A-ADD7-0E871E275637}" type="presParOf" srcId="{E945496B-1FC4-404B-B570-0F706DB0350E}" destId="{CB55E35D-8E30-4088-9184-14A828059757}" srcOrd="8" destOrd="0" presId="urn:microsoft.com/office/officeart/2018/5/layout/CenteredIconLabelDescriptionList"/>
    <dgm:cxn modelId="{6225735A-6A2C-4526-8097-28176340548E}" type="presParOf" srcId="{CB55E35D-8E30-4088-9184-14A828059757}" destId="{30E47C1C-60AC-4F24-882C-A3F15D3F3ED0}" srcOrd="0" destOrd="0" presId="urn:microsoft.com/office/officeart/2018/5/layout/CenteredIconLabelDescriptionList"/>
    <dgm:cxn modelId="{66BF14FC-2E20-4672-B0F7-887497756261}" type="presParOf" srcId="{CB55E35D-8E30-4088-9184-14A828059757}" destId="{F2A86223-13B4-4F16-B4F8-B2C707A242CE}" srcOrd="1" destOrd="0" presId="urn:microsoft.com/office/officeart/2018/5/layout/CenteredIconLabelDescriptionList"/>
    <dgm:cxn modelId="{5FCF9F98-D81D-49A0-BFF1-1EF749412299}" type="presParOf" srcId="{CB55E35D-8E30-4088-9184-14A828059757}" destId="{C9BFE7A9-DA5D-4773-9448-1932D7AF0F73}" srcOrd="2" destOrd="0" presId="urn:microsoft.com/office/officeart/2018/5/layout/CenteredIconLabelDescriptionList"/>
    <dgm:cxn modelId="{70F6A406-2A1B-48B7-BDAD-3768EE2A16F7}" type="presParOf" srcId="{CB55E35D-8E30-4088-9184-14A828059757}" destId="{D4AF1978-85C0-4FBB-88CF-828515FAA4B0}" srcOrd="3" destOrd="0" presId="urn:microsoft.com/office/officeart/2018/5/layout/CenteredIconLabelDescriptionList"/>
    <dgm:cxn modelId="{3A4A2255-886F-4FE8-8422-0CE790285806}" type="presParOf" srcId="{CB55E35D-8E30-4088-9184-14A828059757}" destId="{111D9575-95B7-41C1-83F8-2A1A7C49A1A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16B7CC-A507-4913-B7A7-2D0E165AB16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9B1927F-2151-435C-A885-D4B1916B9850}">
      <dgm:prSet/>
      <dgm:spPr/>
      <dgm:t>
        <a:bodyPr/>
        <a:lstStyle/>
        <a:p>
          <a:r>
            <a:rPr lang="en-US"/>
            <a:t>My lecturer pointed out that the hourly rate could be above 500, so in Part 3 I removed the input field entirely and now the rate is assigned directly from the user profile.</a:t>
          </a:r>
        </a:p>
      </dgm:t>
    </dgm:pt>
    <dgm:pt modelId="{3A165184-D593-46B5-9820-42C44133B7C6}" type="parTrans" cxnId="{83682AA4-1F70-469C-ABFB-796A4BAB87D9}">
      <dgm:prSet/>
      <dgm:spPr/>
      <dgm:t>
        <a:bodyPr/>
        <a:lstStyle/>
        <a:p>
          <a:endParaRPr lang="en-US"/>
        </a:p>
      </dgm:t>
    </dgm:pt>
    <dgm:pt modelId="{C1F2AE6E-9EA2-4EE8-A1EC-C564BAF11E27}" type="sibTrans" cxnId="{83682AA4-1F70-469C-ABFB-796A4BAB87D9}">
      <dgm:prSet/>
      <dgm:spPr/>
      <dgm:t>
        <a:bodyPr/>
        <a:lstStyle/>
        <a:p>
          <a:endParaRPr lang="en-US"/>
        </a:p>
      </dgm:t>
    </dgm:pt>
    <dgm:pt modelId="{A041FDEB-1E3C-4D36-9EBE-14556C0E0D2F}">
      <dgm:prSet/>
      <dgm:spPr/>
      <dgm:t>
        <a:bodyPr/>
        <a:lstStyle/>
        <a:p>
          <a:r>
            <a:rPr lang="en-US"/>
            <a:t>They also highlighted layout issues caused by long document names, so I replaced filenames with a clean “Download Document” button.</a:t>
          </a:r>
        </a:p>
      </dgm:t>
    </dgm:pt>
    <dgm:pt modelId="{1B56B09B-49EF-4148-B4E3-1B5F625E82AB}" type="parTrans" cxnId="{EA2DDBD6-095F-45B4-8400-8D63C20EA366}">
      <dgm:prSet/>
      <dgm:spPr/>
      <dgm:t>
        <a:bodyPr/>
        <a:lstStyle/>
        <a:p>
          <a:endParaRPr lang="en-US"/>
        </a:p>
      </dgm:t>
    </dgm:pt>
    <dgm:pt modelId="{1D000D79-BD01-4C33-8CF8-2DC2E14B4F84}" type="sibTrans" cxnId="{EA2DDBD6-095F-45B4-8400-8D63C20EA366}">
      <dgm:prSet/>
      <dgm:spPr/>
      <dgm:t>
        <a:bodyPr/>
        <a:lstStyle/>
        <a:p>
          <a:endParaRPr lang="en-US"/>
        </a:p>
      </dgm:t>
    </dgm:pt>
    <dgm:pt modelId="{0F17D1E1-D286-45A8-A031-BA6EB41CBD95}">
      <dgm:prSet/>
      <dgm:spPr/>
      <dgm:t>
        <a:bodyPr/>
        <a:lstStyle/>
        <a:p>
          <a:r>
            <a:rPr lang="en-US"/>
            <a:t>The Coordinator and Manager review pages were updated so they no longer show long filenames — they now display a button only.</a:t>
          </a:r>
        </a:p>
      </dgm:t>
    </dgm:pt>
    <dgm:pt modelId="{F7544C6C-00B1-4925-A23E-6BA4B733373E}" type="parTrans" cxnId="{816B76ED-61D2-464D-9950-2565DFA39077}">
      <dgm:prSet/>
      <dgm:spPr/>
      <dgm:t>
        <a:bodyPr/>
        <a:lstStyle/>
        <a:p>
          <a:endParaRPr lang="en-US"/>
        </a:p>
      </dgm:t>
    </dgm:pt>
    <dgm:pt modelId="{653590EC-B02F-460A-BE1E-68D0CD78F67D}" type="sibTrans" cxnId="{816B76ED-61D2-464D-9950-2565DFA39077}">
      <dgm:prSet/>
      <dgm:spPr/>
      <dgm:t>
        <a:bodyPr/>
        <a:lstStyle/>
        <a:p>
          <a:endParaRPr lang="en-US"/>
        </a:p>
      </dgm:t>
    </dgm:pt>
    <dgm:pt modelId="{FDADE6B9-BE10-42FF-8948-DA672D838EB4}">
      <dgm:prSet/>
      <dgm:spPr/>
      <dgm:t>
        <a:bodyPr/>
        <a:lstStyle/>
        <a:p>
          <a:r>
            <a:rPr lang="en-US"/>
            <a:t>These changes improved consistency, layout stability, and made the system more user-friendly and professional.</a:t>
          </a:r>
        </a:p>
      </dgm:t>
    </dgm:pt>
    <dgm:pt modelId="{5E15ABA9-9AF1-4F70-959A-746C7FAA6429}" type="parTrans" cxnId="{AE36CEA7-0078-48ED-A25C-065EE5933E18}">
      <dgm:prSet/>
      <dgm:spPr/>
      <dgm:t>
        <a:bodyPr/>
        <a:lstStyle/>
        <a:p>
          <a:endParaRPr lang="en-US"/>
        </a:p>
      </dgm:t>
    </dgm:pt>
    <dgm:pt modelId="{8E2817C0-0421-4818-A896-6EEE7D96409E}" type="sibTrans" cxnId="{AE36CEA7-0078-48ED-A25C-065EE5933E18}">
      <dgm:prSet/>
      <dgm:spPr/>
      <dgm:t>
        <a:bodyPr/>
        <a:lstStyle/>
        <a:p>
          <a:endParaRPr lang="en-US"/>
        </a:p>
      </dgm:t>
    </dgm:pt>
    <dgm:pt modelId="{8535CBCE-C952-4040-8464-3E9B657D7038}" type="pres">
      <dgm:prSet presAssocID="{3F16B7CC-A507-4913-B7A7-2D0E165AB167}" presName="root" presStyleCnt="0">
        <dgm:presLayoutVars>
          <dgm:dir/>
          <dgm:resizeHandles val="exact"/>
        </dgm:presLayoutVars>
      </dgm:prSet>
      <dgm:spPr/>
    </dgm:pt>
    <dgm:pt modelId="{F8625C7E-07A7-47FA-A997-FD6153279655}" type="pres">
      <dgm:prSet presAssocID="{3F16B7CC-A507-4913-B7A7-2D0E165AB167}" presName="container" presStyleCnt="0">
        <dgm:presLayoutVars>
          <dgm:dir/>
          <dgm:resizeHandles val="exact"/>
        </dgm:presLayoutVars>
      </dgm:prSet>
      <dgm:spPr/>
    </dgm:pt>
    <dgm:pt modelId="{A6C3CFA7-72A3-4DF8-9337-917A886C58D6}" type="pres">
      <dgm:prSet presAssocID="{69B1927F-2151-435C-A885-D4B1916B9850}" presName="compNode" presStyleCnt="0"/>
      <dgm:spPr/>
    </dgm:pt>
    <dgm:pt modelId="{12E7475D-3F30-4238-855D-8C19CEB2AD43}" type="pres">
      <dgm:prSet presAssocID="{69B1927F-2151-435C-A885-D4B1916B9850}" presName="iconBgRect" presStyleLbl="bgShp" presStyleIdx="0" presStyleCnt="4"/>
      <dgm:spPr/>
    </dgm:pt>
    <dgm:pt modelId="{56832F7E-DF5E-484C-9547-5DD260E284BA}" type="pres">
      <dgm:prSet presAssocID="{69B1927F-2151-435C-A885-D4B1916B985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7801F83A-9FC9-41BA-AD42-118627801F1D}" type="pres">
      <dgm:prSet presAssocID="{69B1927F-2151-435C-A885-D4B1916B9850}" presName="spaceRect" presStyleCnt="0"/>
      <dgm:spPr/>
    </dgm:pt>
    <dgm:pt modelId="{31D19061-4A6B-43A2-ABEF-1B69C3CFC883}" type="pres">
      <dgm:prSet presAssocID="{69B1927F-2151-435C-A885-D4B1916B9850}" presName="textRect" presStyleLbl="revTx" presStyleIdx="0" presStyleCnt="4">
        <dgm:presLayoutVars>
          <dgm:chMax val="1"/>
          <dgm:chPref val="1"/>
        </dgm:presLayoutVars>
      </dgm:prSet>
      <dgm:spPr/>
    </dgm:pt>
    <dgm:pt modelId="{93745B73-5F78-4A6E-9F57-BDAC4EFA9493}" type="pres">
      <dgm:prSet presAssocID="{C1F2AE6E-9EA2-4EE8-A1EC-C564BAF11E27}" presName="sibTrans" presStyleLbl="sibTrans2D1" presStyleIdx="0" presStyleCnt="0"/>
      <dgm:spPr/>
    </dgm:pt>
    <dgm:pt modelId="{12E12B03-8C23-427E-8AB1-98D6C756594F}" type="pres">
      <dgm:prSet presAssocID="{A041FDEB-1E3C-4D36-9EBE-14556C0E0D2F}" presName="compNode" presStyleCnt="0"/>
      <dgm:spPr/>
    </dgm:pt>
    <dgm:pt modelId="{822D289B-B4A4-4477-A7B2-BC7D7454AB61}" type="pres">
      <dgm:prSet presAssocID="{A041FDEB-1E3C-4D36-9EBE-14556C0E0D2F}" presName="iconBgRect" presStyleLbl="bgShp" presStyleIdx="1" presStyleCnt="4"/>
      <dgm:spPr/>
    </dgm:pt>
    <dgm:pt modelId="{1D20EB0E-1806-4B66-B514-1C9FED3A8ECB}" type="pres">
      <dgm:prSet presAssocID="{A041FDEB-1E3C-4D36-9EBE-14556C0E0D2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6C83D64B-41F4-4815-8A22-AFD0182B66EA}" type="pres">
      <dgm:prSet presAssocID="{A041FDEB-1E3C-4D36-9EBE-14556C0E0D2F}" presName="spaceRect" presStyleCnt="0"/>
      <dgm:spPr/>
    </dgm:pt>
    <dgm:pt modelId="{C92736F4-62D4-4E95-98F6-36E58BB359CF}" type="pres">
      <dgm:prSet presAssocID="{A041FDEB-1E3C-4D36-9EBE-14556C0E0D2F}" presName="textRect" presStyleLbl="revTx" presStyleIdx="1" presStyleCnt="4">
        <dgm:presLayoutVars>
          <dgm:chMax val="1"/>
          <dgm:chPref val="1"/>
        </dgm:presLayoutVars>
      </dgm:prSet>
      <dgm:spPr/>
    </dgm:pt>
    <dgm:pt modelId="{DA4E1C8C-D1E2-44DF-9590-0020B20AA9D7}" type="pres">
      <dgm:prSet presAssocID="{1D000D79-BD01-4C33-8CF8-2DC2E14B4F84}" presName="sibTrans" presStyleLbl="sibTrans2D1" presStyleIdx="0" presStyleCnt="0"/>
      <dgm:spPr/>
    </dgm:pt>
    <dgm:pt modelId="{BDCDBEBC-89BB-4993-AB80-3DAC2B9116BC}" type="pres">
      <dgm:prSet presAssocID="{0F17D1E1-D286-45A8-A031-BA6EB41CBD95}" presName="compNode" presStyleCnt="0"/>
      <dgm:spPr/>
    </dgm:pt>
    <dgm:pt modelId="{704F46C0-C032-441E-BE4A-F7CB8D7CA854}" type="pres">
      <dgm:prSet presAssocID="{0F17D1E1-D286-45A8-A031-BA6EB41CBD95}" presName="iconBgRect" presStyleLbl="bgShp" presStyleIdx="2" presStyleCnt="4"/>
      <dgm:spPr/>
    </dgm:pt>
    <dgm:pt modelId="{9CE1384E-3CFF-49E9-984E-626E164C4461}" type="pres">
      <dgm:prSet presAssocID="{0F17D1E1-D286-45A8-A031-BA6EB41CBD9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A9052A77-CF8C-46DA-A870-8B73156434DA}" type="pres">
      <dgm:prSet presAssocID="{0F17D1E1-D286-45A8-A031-BA6EB41CBD95}" presName="spaceRect" presStyleCnt="0"/>
      <dgm:spPr/>
    </dgm:pt>
    <dgm:pt modelId="{A4F80F26-D4FB-4360-8D3E-B8346BB63070}" type="pres">
      <dgm:prSet presAssocID="{0F17D1E1-D286-45A8-A031-BA6EB41CBD95}" presName="textRect" presStyleLbl="revTx" presStyleIdx="2" presStyleCnt="4">
        <dgm:presLayoutVars>
          <dgm:chMax val="1"/>
          <dgm:chPref val="1"/>
        </dgm:presLayoutVars>
      </dgm:prSet>
      <dgm:spPr/>
    </dgm:pt>
    <dgm:pt modelId="{9ACC7273-C4CA-484E-9D3D-134E97A8D14A}" type="pres">
      <dgm:prSet presAssocID="{653590EC-B02F-460A-BE1E-68D0CD78F67D}" presName="sibTrans" presStyleLbl="sibTrans2D1" presStyleIdx="0" presStyleCnt="0"/>
      <dgm:spPr/>
    </dgm:pt>
    <dgm:pt modelId="{F2AA1579-CF49-4EB4-9130-B3B609A8C78B}" type="pres">
      <dgm:prSet presAssocID="{FDADE6B9-BE10-42FF-8948-DA672D838EB4}" presName="compNode" presStyleCnt="0"/>
      <dgm:spPr/>
    </dgm:pt>
    <dgm:pt modelId="{A5D20659-05F4-44E6-8197-4D98B55257A0}" type="pres">
      <dgm:prSet presAssocID="{FDADE6B9-BE10-42FF-8948-DA672D838EB4}" presName="iconBgRect" presStyleLbl="bgShp" presStyleIdx="3" presStyleCnt="4"/>
      <dgm:spPr/>
    </dgm:pt>
    <dgm:pt modelId="{33817539-1A0B-46BE-9CB0-4FA3999A901E}" type="pres">
      <dgm:prSet presAssocID="{FDADE6B9-BE10-42FF-8948-DA672D838EB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2DC8F600-6658-4BF5-99B4-444596FC9744}" type="pres">
      <dgm:prSet presAssocID="{FDADE6B9-BE10-42FF-8948-DA672D838EB4}" presName="spaceRect" presStyleCnt="0"/>
      <dgm:spPr/>
    </dgm:pt>
    <dgm:pt modelId="{43D1CD5E-4FFA-44DE-A64A-88B5F5F6CB62}" type="pres">
      <dgm:prSet presAssocID="{FDADE6B9-BE10-42FF-8948-DA672D838EB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C3DA00D-865A-42CA-A41E-20996E187151}" type="presOf" srcId="{C1F2AE6E-9EA2-4EE8-A1EC-C564BAF11E27}" destId="{93745B73-5F78-4A6E-9F57-BDAC4EFA9493}" srcOrd="0" destOrd="0" presId="urn:microsoft.com/office/officeart/2018/2/layout/IconCircleList"/>
    <dgm:cxn modelId="{3A700338-232B-4B56-9380-D5ECD6BB057F}" type="presOf" srcId="{FDADE6B9-BE10-42FF-8948-DA672D838EB4}" destId="{43D1CD5E-4FFA-44DE-A64A-88B5F5F6CB62}" srcOrd="0" destOrd="0" presId="urn:microsoft.com/office/officeart/2018/2/layout/IconCircleList"/>
    <dgm:cxn modelId="{2F99523D-0D3F-405E-946B-BD9B6004A52D}" type="presOf" srcId="{3F16B7CC-A507-4913-B7A7-2D0E165AB167}" destId="{8535CBCE-C952-4040-8464-3E9B657D7038}" srcOrd="0" destOrd="0" presId="urn:microsoft.com/office/officeart/2018/2/layout/IconCircleList"/>
    <dgm:cxn modelId="{21EB8C62-D078-4FF9-943C-1B0128E86E1F}" type="presOf" srcId="{653590EC-B02F-460A-BE1E-68D0CD78F67D}" destId="{9ACC7273-C4CA-484E-9D3D-134E97A8D14A}" srcOrd="0" destOrd="0" presId="urn:microsoft.com/office/officeart/2018/2/layout/IconCircleList"/>
    <dgm:cxn modelId="{83682AA4-1F70-469C-ABFB-796A4BAB87D9}" srcId="{3F16B7CC-A507-4913-B7A7-2D0E165AB167}" destId="{69B1927F-2151-435C-A885-D4B1916B9850}" srcOrd="0" destOrd="0" parTransId="{3A165184-D593-46B5-9820-42C44133B7C6}" sibTransId="{C1F2AE6E-9EA2-4EE8-A1EC-C564BAF11E27}"/>
    <dgm:cxn modelId="{AE36CEA7-0078-48ED-A25C-065EE5933E18}" srcId="{3F16B7CC-A507-4913-B7A7-2D0E165AB167}" destId="{FDADE6B9-BE10-42FF-8948-DA672D838EB4}" srcOrd="3" destOrd="0" parTransId="{5E15ABA9-9AF1-4F70-959A-746C7FAA6429}" sibTransId="{8E2817C0-0421-4818-A896-6EEE7D96409E}"/>
    <dgm:cxn modelId="{C548ADC6-9DBC-4E7A-A2DD-51D070F59592}" type="presOf" srcId="{69B1927F-2151-435C-A885-D4B1916B9850}" destId="{31D19061-4A6B-43A2-ABEF-1B69C3CFC883}" srcOrd="0" destOrd="0" presId="urn:microsoft.com/office/officeart/2018/2/layout/IconCircleList"/>
    <dgm:cxn modelId="{EA2DDBD6-095F-45B4-8400-8D63C20EA366}" srcId="{3F16B7CC-A507-4913-B7A7-2D0E165AB167}" destId="{A041FDEB-1E3C-4D36-9EBE-14556C0E0D2F}" srcOrd="1" destOrd="0" parTransId="{1B56B09B-49EF-4148-B4E3-1B5F625E82AB}" sibTransId="{1D000D79-BD01-4C33-8CF8-2DC2E14B4F84}"/>
    <dgm:cxn modelId="{C9F23AE0-F8E4-4A83-A6F2-91BBAA0A8FC2}" type="presOf" srcId="{A041FDEB-1E3C-4D36-9EBE-14556C0E0D2F}" destId="{C92736F4-62D4-4E95-98F6-36E58BB359CF}" srcOrd="0" destOrd="0" presId="urn:microsoft.com/office/officeart/2018/2/layout/IconCircleList"/>
    <dgm:cxn modelId="{816B76ED-61D2-464D-9950-2565DFA39077}" srcId="{3F16B7CC-A507-4913-B7A7-2D0E165AB167}" destId="{0F17D1E1-D286-45A8-A031-BA6EB41CBD95}" srcOrd="2" destOrd="0" parTransId="{F7544C6C-00B1-4925-A23E-6BA4B733373E}" sibTransId="{653590EC-B02F-460A-BE1E-68D0CD78F67D}"/>
    <dgm:cxn modelId="{B09319F4-EA45-4E4D-AACC-FE2425F327FC}" type="presOf" srcId="{1D000D79-BD01-4C33-8CF8-2DC2E14B4F84}" destId="{DA4E1C8C-D1E2-44DF-9590-0020B20AA9D7}" srcOrd="0" destOrd="0" presId="urn:microsoft.com/office/officeart/2018/2/layout/IconCircleList"/>
    <dgm:cxn modelId="{974E7EFB-2A8F-431F-8057-579E37A83A0A}" type="presOf" srcId="{0F17D1E1-D286-45A8-A031-BA6EB41CBD95}" destId="{A4F80F26-D4FB-4360-8D3E-B8346BB63070}" srcOrd="0" destOrd="0" presId="urn:microsoft.com/office/officeart/2018/2/layout/IconCircleList"/>
    <dgm:cxn modelId="{347F0190-05E4-4D8B-90C9-E348BD36D06F}" type="presParOf" srcId="{8535CBCE-C952-4040-8464-3E9B657D7038}" destId="{F8625C7E-07A7-47FA-A997-FD6153279655}" srcOrd="0" destOrd="0" presId="urn:microsoft.com/office/officeart/2018/2/layout/IconCircleList"/>
    <dgm:cxn modelId="{012C1CF1-A3CD-40CB-91F6-2DFEE87C8D3C}" type="presParOf" srcId="{F8625C7E-07A7-47FA-A997-FD6153279655}" destId="{A6C3CFA7-72A3-4DF8-9337-917A886C58D6}" srcOrd="0" destOrd="0" presId="urn:microsoft.com/office/officeart/2018/2/layout/IconCircleList"/>
    <dgm:cxn modelId="{322D090C-BB9E-4971-8ED2-881754917408}" type="presParOf" srcId="{A6C3CFA7-72A3-4DF8-9337-917A886C58D6}" destId="{12E7475D-3F30-4238-855D-8C19CEB2AD43}" srcOrd="0" destOrd="0" presId="urn:microsoft.com/office/officeart/2018/2/layout/IconCircleList"/>
    <dgm:cxn modelId="{79F9122C-EC2B-4D5D-B48E-44B634DA3E12}" type="presParOf" srcId="{A6C3CFA7-72A3-4DF8-9337-917A886C58D6}" destId="{56832F7E-DF5E-484C-9547-5DD260E284BA}" srcOrd="1" destOrd="0" presId="urn:microsoft.com/office/officeart/2018/2/layout/IconCircleList"/>
    <dgm:cxn modelId="{278FA2B6-11B4-44D9-8209-C6BF8651A56F}" type="presParOf" srcId="{A6C3CFA7-72A3-4DF8-9337-917A886C58D6}" destId="{7801F83A-9FC9-41BA-AD42-118627801F1D}" srcOrd="2" destOrd="0" presId="urn:microsoft.com/office/officeart/2018/2/layout/IconCircleList"/>
    <dgm:cxn modelId="{5E81D9CD-9F1C-4872-A754-7AC9352038DB}" type="presParOf" srcId="{A6C3CFA7-72A3-4DF8-9337-917A886C58D6}" destId="{31D19061-4A6B-43A2-ABEF-1B69C3CFC883}" srcOrd="3" destOrd="0" presId="urn:microsoft.com/office/officeart/2018/2/layout/IconCircleList"/>
    <dgm:cxn modelId="{AEE7C564-F345-416D-A72C-B988EB2D3AF7}" type="presParOf" srcId="{F8625C7E-07A7-47FA-A997-FD6153279655}" destId="{93745B73-5F78-4A6E-9F57-BDAC4EFA9493}" srcOrd="1" destOrd="0" presId="urn:microsoft.com/office/officeart/2018/2/layout/IconCircleList"/>
    <dgm:cxn modelId="{42B60C64-A563-4C6B-AC69-D029A644B2A5}" type="presParOf" srcId="{F8625C7E-07A7-47FA-A997-FD6153279655}" destId="{12E12B03-8C23-427E-8AB1-98D6C756594F}" srcOrd="2" destOrd="0" presId="urn:microsoft.com/office/officeart/2018/2/layout/IconCircleList"/>
    <dgm:cxn modelId="{B5F17722-B9E3-4F2D-9D8B-8F4714920ADC}" type="presParOf" srcId="{12E12B03-8C23-427E-8AB1-98D6C756594F}" destId="{822D289B-B4A4-4477-A7B2-BC7D7454AB61}" srcOrd="0" destOrd="0" presId="urn:microsoft.com/office/officeart/2018/2/layout/IconCircleList"/>
    <dgm:cxn modelId="{9B8147ED-3D4A-46A1-BF4D-5E71A3DB25C1}" type="presParOf" srcId="{12E12B03-8C23-427E-8AB1-98D6C756594F}" destId="{1D20EB0E-1806-4B66-B514-1C9FED3A8ECB}" srcOrd="1" destOrd="0" presId="urn:microsoft.com/office/officeart/2018/2/layout/IconCircleList"/>
    <dgm:cxn modelId="{CD7E8B21-74ED-495F-A3AB-2F3BE2EEC7EE}" type="presParOf" srcId="{12E12B03-8C23-427E-8AB1-98D6C756594F}" destId="{6C83D64B-41F4-4815-8A22-AFD0182B66EA}" srcOrd="2" destOrd="0" presId="urn:microsoft.com/office/officeart/2018/2/layout/IconCircleList"/>
    <dgm:cxn modelId="{7F378488-1998-43A5-9BF6-D6982C4BC762}" type="presParOf" srcId="{12E12B03-8C23-427E-8AB1-98D6C756594F}" destId="{C92736F4-62D4-4E95-98F6-36E58BB359CF}" srcOrd="3" destOrd="0" presId="urn:microsoft.com/office/officeart/2018/2/layout/IconCircleList"/>
    <dgm:cxn modelId="{FCC92A52-2608-4E96-8EB9-D315B3191C3D}" type="presParOf" srcId="{F8625C7E-07A7-47FA-A997-FD6153279655}" destId="{DA4E1C8C-D1E2-44DF-9590-0020B20AA9D7}" srcOrd="3" destOrd="0" presId="urn:microsoft.com/office/officeart/2018/2/layout/IconCircleList"/>
    <dgm:cxn modelId="{81871507-C8B8-40A6-9DF5-04C2715774D2}" type="presParOf" srcId="{F8625C7E-07A7-47FA-A997-FD6153279655}" destId="{BDCDBEBC-89BB-4993-AB80-3DAC2B9116BC}" srcOrd="4" destOrd="0" presId="urn:microsoft.com/office/officeart/2018/2/layout/IconCircleList"/>
    <dgm:cxn modelId="{0C11642B-8C58-4A7B-B272-7588090463EF}" type="presParOf" srcId="{BDCDBEBC-89BB-4993-AB80-3DAC2B9116BC}" destId="{704F46C0-C032-441E-BE4A-F7CB8D7CA854}" srcOrd="0" destOrd="0" presId="urn:microsoft.com/office/officeart/2018/2/layout/IconCircleList"/>
    <dgm:cxn modelId="{9769EDF1-92F8-4F37-9351-DF949494B48D}" type="presParOf" srcId="{BDCDBEBC-89BB-4993-AB80-3DAC2B9116BC}" destId="{9CE1384E-3CFF-49E9-984E-626E164C4461}" srcOrd="1" destOrd="0" presId="urn:microsoft.com/office/officeart/2018/2/layout/IconCircleList"/>
    <dgm:cxn modelId="{3A958A67-5AFC-49FA-8298-7F2E2369EE90}" type="presParOf" srcId="{BDCDBEBC-89BB-4993-AB80-3DAC2B9116BC}" destId="{A9052A77-CF8C-46DA-A870-8B73156434DA}" srcOrd="2" destOrd="0" presId="urn:microsoft.com/office/officeart/2018/2/layout/IconCircleList"/>
    <dgm:cxn modelId="{96573573-5E2D-43FB-9171-B52AD66AD140}" type="presParOf" srcId="{BDCDBEBC-89BB-4993-AB80-3DAC2B9116BC}" destId="{A4F80F26-D4FB-4360-8D3E-B8346BB63070}" srcOrd="3" destOrd="0" presId="urn:microsoft.com/office/officeart/2018/2/layout/IconCircleList"/>
    <dgm:cxn modelId="{B59C6F94-A362-42BC-9572-70797DB13682}" type="presParOf" srcId="{F8625C7E-07A7-47FA-A997-FD6153279655}" destId="{9ACC7273-C4CA-484E-9D3D-134E97A8D14A}" srcOrd="5" destOrd="0" presId="urn:microsoft.com/office/officeart/2018/2/layout/IconCircleList"/>
    <dgm:cxn modelId="{F2794CA3-DC6A-4014-A3B3-31A0CCF2DBFB}" type="presParOf" srcId="{F8625C7E-07A7-47FA-A997-FD6153279655}" destId="{F2AA1579-CF49-4EB4-9130-B3B609A8C78B}" srcOrd="6" destOrd="0" presId="urn:microsoft.com/office/officeart/2018/2/layout/IconCircleList"/>
    <dgm:cxn modelId="{A5D91531-DB5F-4DBB-B375-39CD07377494}" type="presParOf" srcId="{F2AA1579-CF49-4EB4-9130-B3B609A8C78B}" destId="{A5D20659-05F4-44E6-8197-4D98B55257A0}" srcOrd="0" destOrd="0" presId="urn:microsoft.com/office/officeart/2018/2/layout/IconCircleList"/>
    <dgm:cxn modelId="{0D9D3290-0BD7-4D98-ADC8-35EB27AE7767}" type="presParOf" srcId="{F2AA1579-CF49-4EB4-9130-B3B609A8C78B}" destId="{33817539-1A0B-46BE-9CB0-4FA3999A901E}" srcOrd="1" destOrd="0" presId="urn:microsoft.com/office/officeart/2018/2/layout/IconCircleList"/>
    <dgm:cxn modelId="{9F27E754-B41A-4547-BEBC-C37737DC6C2C}" type="presParOf" srcId="{F2AA1579-CF49-4EB4-9130-B3B609A8C78B}" destId="{2DC8F600-6658-4BF5-99B4-444596FC9744}" srcOrd="2" destOrd="0" presId="urn:microsoft.com/office/officeart/2018/2/layout/IconCircleList"/>
    <dgm:cxn modelId="{9FB09EE5-0C23-4551-8FAE-F73E5BCC3846}" type="presParOf" srcId="{F2AA1579-CF49-4EB4-9130-B3B609A8C78B}" destId="{43D1CD5E-4FFA-44DE-A64A-88B5F5F6CB6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F9384D-FB34-45CB-995A-2D3E89275D88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56C0CAF-5DBB-4BA7-ACA7-8DBA678EBBD8}">
      <dgm:prSet/>
      <dgm:spPr/>
      <dgm:t>
        <a:bodyPr/>
        <a:lstStyle/>
        <a:p>
          <a:r>
            <a:rPr lang="en-US"/>
            <a:t>Updated navigation links for HR Reports</a:t>
          </a:r>
        </a:p>
      </dgm:t>
    </dgm:pt>
    <dgm:pt modelId="{C0A511BD-0E1D-4D26-B908-E22571DF240D}" type="parTrans" cxnId="{4DB850BC-4EBC-48C4-A4FE-8A2D1588233B}">
      <dgm:prSet/>
      <dgm:spPr/>
      <dgm:t>
        <a:bodyPr/>
        <a:lstStyle/>
        <a:p>
          <a:endParaRPr lang="en-US"/>
        </a:p>
      </dgm:t>
    </dgm:pt>
    <dgm:pt modelId="{DFD1CCD1-35E8-4451-A9C0-7123BD80C059}" type="sibTrans" cxnId="{4DB850BC-4EBC-48C4-A4FE-8A2D1588233B}">
      <dgm:prSet/>
      <dgm:spPr/>
      <dgm:t>
        <a:bodyPr/>
        <a:lstStyle/>
        <a:p>
          <a:endParaRPr lang="en-US"/>
        </a:p>
      </dgm:t>
    </dgm:pt>
    <dgm:pt modelId="{4D9A452E-EF4E-4FBE-B9E9-DD0F039C4B3D}">
      <dgm:prSet/>
      <dgm:spPr/>
      <dgm:t>
        <a:bodyPr/>
        <a:lstStyle/>
        <a:p>
          <a:r>
            <a:rPr lang="en-US"/>
            <a:t>Ensured consistent button style across all roles</a:t>
          </a:r>
        </a:p>
      </dgm:t>
    </dgm:pt>
    <dgm:pt modelId="{FD169FF7-6C8B-476E-91FE-0D50DD8BE00F}" type="parTrans" cxnId="{4A67C111-D81E-4F15-81FF-EAC30AAF7151}">
      <dgm:prSet/>
      <dgm:spPr/>
      <dgm:t>
        <a:bodyPr/>
        <a:lstStyle/>
        <a:p>
          <a:endParaRPr lang="en-US"/>
        </a:p>
      </dgm:t>
    </dgm:pt>
    <dgm:pt modelId="{DE4F2215-FBDE-47A3-978E-2B72FD2D7C2F}" type="sibTrans" cxnId="{4A67C111-D81E-4F15-81FF-EAC30AAF7151}">
      <dgm:prSet/>
      <dgm:spPr/>
      <dgm:t>
        <a:bodyPr/>
        <a:lstStyle/>
        <a:p>
          <a:endParaRPr lang="en-US"/>
        </a:p>
      </dgm:t>
    </dgm:pt>
    <dgm:pt modelId="{17C8B4A7-1A1A-40DA-8C6E-F5BFD04DC5C6}">
      <dgm:prSet/>
      <dgm:spPr/>
      <dgm:t>
        <a:bodyPr/>
        <a:lstStyle/>
        <a:p>
          <a:r>
            <a:rPr lang="en-US"/>
            <a:t>Added validation and improved TempData notification messages</a:t>
          </a:r>
        </a:p>
      </dgm:t>
    </dgm:pt>
    <dgm:pt modelId="{B6904E21-2173-438B-BC49-51E5C3C945B6}" type="parTrans" cxnId="{85C1B14D-5F53-475A-BBA8-227E2BDBE05C}">
      <dgm:prSet/>
      <dgm:spPr/>
      <dgm:t>
        <a:bodyPr/>
        <a:lstStyle/>
        <a:p>
          <a:endParaRPr lang="en-US"/>
        </a:p>
      </dgm:t>
    </dgm:pt>
    <dgm:pt modelId="{C14D26B6-49A3-49C2-ADEB-E68A0936404D}" type="sibTrans" cxnId="{85C1B14D-5F53-475A-BBA8-227E2BDBE05C}">
      <dgm:prSet/>
      <dgm:spPr/>
      <dgm:t>
        <a:bodyPr/>
        <a:lstStyle/>
        <a:p>
          <a:endParaRPr lang="en-US"/>
        </a:p>
      </dgm:t>
    </dgm:pt>
    <dgm:pt modelId="{5148065B-8BEF-4797-A2C1-FB3EAA1F6416}">
      <dgm:prSet/>
      <dgm:spPr/>
      <dgm:t>
        <a:bodyPr/>
        <a:lstStyle/>
        <a:p>
          <a:r>
            <a:rPr lang="en-US"/>
            <a:t>Strengthened security by ensuring role-based access on all new features</a:t>
          </a:r>
        </a:p>
      </dgm:t>
    </dgm:pt>
    <dgm:pt modelId="{9E5B710C-9728-4886-83C1-201BB6FCB95D}" type="parTrans" cxnId="{EF4CA36D-FC95-4A9D-9331-7663F1522F59}">
      <dgm:prSet/>
      <dgm:spPr/>
      <dgm:t>
        <a:bodyPr/>
        <a:lstStyle/>
        <a:p>
          <a:endParaRPr lang="en-US"/>
        </a:p>
      </dgm:t>
    </dgm:pt>
    <dgm:pt modelId="{60A2E7DE-CE4C-4F72-9E6B-B3111D95549E}" type="sibTrans" cxnId="{EF4CA36D-FC95-4A9D-9331-7663F1522F59}">
      <dgm:prSet/>
      <dgm:spPr/>
      <dgm:t>
        <a:bodyPr/>
        <a:lstStyle/>
        <a:p>
          <a:endParaRPr lang="en-US"/>
        </a:p>
      </dgm:t>
    </dgm:pt>
    <dgm:pt modelId="{215FEB7A-5CF0-4471-A61F-46188A0AE23C}" type="pres">
      <dgm:prSet presAssocID="{99F9384D-FB34-45CB-995A-2D3E89275D88}" presName="linear" presStyleCnt="0">
        <dgm:presLayoutVars>
          <dgm:animLvl val="lvl"/>
          <dgm:resizeHandles val="exact"/>
        </dgm:presLayoutVars>
      </dgm:prSet>
      <dgm:spPr/>
    </dgm:pt>
    <dgm:pt modelId="{5D4B8383-7352-4108-87DD-A50B2832F642}" type="pres">
      <dgm:prSet presAssocID="{C56C0CAF-5DBB-4BA7-ACA7-8DBA678EBBD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5E37975-8735-405E-8953-5A8E05767FBF}" type="pres">
      <dgm:prSet presAssocID="{DFD1CCD1-35E8-4451-A9C0-7123BD80C059}" presName="spacer" presStyleCnt="0"/>
      <dgm:spPr/>
    </dgm:pt>
    <dgm:pt modelId="{AEA9C5BF-9ECE-44E4-B9AA-39702C8DCED3}" type="pres">
      <dgm:prSet presAssocID="{4D9A452E-EF4E-4FBE-B9E9-DD0F039C4B3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8C32167-B7E6-464A-A54C-15B167A698E6}" type="pres">
      <dgm:prSet presAssocID="{DE4F2215-FBDE-47A3-978E-2B72FD2D7C2F}" presName="spacer" presStyleCnt="0"/>
      <dgm:spPr/>
    </dgm:pt>
    <dgm:pt modelId="{7B9F20BB-B75D-47DD-94CA-E75120E69CF4}" type="pres">
      <dgm:prSet presAssocID="{17C8B4A7-1A1A-40DA-8C6E-F5BFD04DC5C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A52316D-5E6B-4B49-AB79-60BF212D7421}" type="pres">
      <dgm:prSet presAssocID="{C14D26B6-49A3-49C2-ADEB-E68A0936404D}" presName="spacer" presStyleCnt="0"/>
      <dgm:spPr/>
    </dgm:pt>
    <dgm:pt modelId="{8D38113D-45C6-47A7-BB7E-895D54FA6413}" type="pres">
      <dgm:prSet presAssocID="{5148065B-8BEF-4797-A2C1-FB3EAA1F641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A67C111-D81E-4F15-81FF-EAC30AAF7151}" srcId="{99F9384D-FB34-45CB-995A-2D3E89275D88}" destId="{4D9A452E-EF4E-4FBE-B9E9-DD0F039C4B3D}" srcOrd="1" destOrd="0" parTransId="{FD169FF7-6C8B-476E-91FE-0D50DD8BE00F}" sibTransId="{DE4F2215-FBDE-47A3-978E-2B72FD2D7C2F}"/>
    <dgm:cxn modelId="{2213D36A-AA78-4FF4-8F81-E99776804F6F}" type="presOf" srcId="{17C8B4A7-1A1A-40DA-8C6E-F5BFD04DC5C6}" destId="{7B9F20BB-B75D-47DD-94CA-E75120E69CF4}" srcOrd="0" destOrd="0" presId="urn:microsoft.com/office/officeart/2005/8/layout/vList2"/>
    <dgm:cxn modelId="{EF4CA36D-FC95-4A9D-9331-7663F1522F59}" srcId="{99F9384D-FB34-45CB-995A-2D3E89275D88}" destId="{5148065B-8BEF-4797-A2C1-FB3EAA1F6416}" srcOrd="3" destOrd="0" parTransId="{9E5B710C-9728-4886-83C1-201BB6FCB95D}" sibTransId="{60A2E7DE-CE4C-4F72-9E6B-B3111D95549E}"/>
    <dgm:cxn modelId="{85C1B14D-5F53-475A-BBA8-227E2BDBE05C}" srcId="{99F9384D-FB34-45CB-995A-2D3E89275D88}" destId="{17C8B4A7-1A1A-40DA-8C6E-F5BFD04DC5C6}" srcOrd="2" destOrd="0" parTransId="{B6904E21-2173-438B-BC49-51E5C3C945B6}" sibTransId="{C14D26B6-49A3-49C2-ADEB-E68A0936404D}"/>
    <dgm:cxn modelId="{33949271-2F8E-4D08-8488-82FC28BD6E74}" type="presOf" srcId="{99F9384D-FB34-45CB-995A-2D3E89275D88}" destId="{215FEB7A-5CF0-4471-A61F-46188A0AE23C}" srcOrd="0" destOrd="0" presId="urn:microsoft.com/office/officeart/2005/8/layout/vList2"/>
    <dgm:cxn modelId="{747F95A2-32CA-4FD2-B192-CDB8E2AB20CA}" type="presOf" srcId="{4D9A452E-EF4E-4FBE-B9E9-DD0F039C4B3D}" destId="{AEA9C5BF-9ECE-44E4-B9AA-39702C8DCED3}" srcOrd="0" destOrd="0" presId="urn:microsoft.com/office/officeart/2005/8/layout/vList2"/>
    <dgm:cxn modelId="{C229FCB7-4FB0-4CF8-82BA-9DAB26C4DD4A}" type="presOf" srcId="{C56C0CAF-5DBB-4BA7-ACA7-8DBA678EBBD8}" destId="{5D4B8383-7352-4108-87DD-A50B2832F642}" srcOrd="0" destOrd="0" presId="urn:microsoft.com/office/officeart/2005/8/layout/vList2"/>
    <dgm:cxn modelId="{4DB850BC-4EBC-48C4-A4FE-8A2D1588233B}" srcId="{99F9384D-FB34-45CB-995A-2D3E89275D88}" destId="{C56C0CAF-5DBB-4BA7-ACA7-8DBA678EBBD8}" srcOrd="0" destOrd="0" parTransId="{C0A511BD-0E1D-4D26-B908-E22571DF240D}" sibTransId="{DFD1CCD1-35E8-4451-A9C0-7123BD80C059}"/>
    <dgm:cxn modelId="{288B8CF8-AA04-4B08-A865-A87380A45AF1}" type="presOf" srcId="{5148065B-8BEF-4797-A2C1-FB3EAA1F6416}" destId="{8D38113D-45C6-47A7-BB7E-895D54FA6413}" srcOrd="0" destOrd="0" presId="urn:microsoft.com/office/officeart/2005/8/layout/vList2"/>
    <dgm:cxn modelId="{B7751677-8365-4A7C-A0B4-1F3D83890356}" type="presParOf" srcId="{215FEB7A-5CF0-4471-A61F-46188A0AE23C}" destId="{5D4B8383-7352-4108-87DD-A50B2832F642}" srcOrd="0" destOrd="0" presId="urn:microsoft.com/office/officeart/2005/8/layout/vList2"/>
    <dgm:cxn modelId="{FD181460-D6CE-40E4-A48D-A3242BDFC3B7}" type="presParOf" srcId="{215FEB7A-5CF0-4471-A61F-46188A0AE23C}" destId="{45E37975-8735-405E-8953-5A8E05767FBF}" srcOrd="1" destOrd="0" presId="urn:microsoft.com/office/officeart/2005/8/layout/vList2"/>
    <dgm:cxn modelId="{BAE79DE5-4DC2-43C9-9CC8-D5D9E9D0A7D7}" type="presParOf" srcId="{215FEB7A-5CF0-4471-A61F-46188A0AE23C}" destId="{AEA9C5BF-9ECE-44E4-B9AA-39702C8DCED3}" srcOrd="2" destOrd="0" presId="urn:microsoft.com/office/officeart/2005/8/layout/vList2"/>
    <dgm:cxn modelId="{D3A1B6CB-B721-45F3-B5F3-61EB0E3859B3}" type="presParOf" srcId="{215FEB7A-5CF0-4471-A61F-46188A0AE23C}" destId="{98C32167-B7E6-464A-A54C-15B167A698E6}" srcOrd="3" destOrd="0" presId="urn:microsoft.com/office/officeart/2005/8/layout/vList2"/>
    <dgm:cxn modelId="{534B3458-3505-4402-BB54-E2192B33DA94}" type="presParOf" srcId="{215FEB7A-5CF0-4471-A61F-46188A0AE23C}" destId="{7B9F20BB-B75D-47DD-94CA-E75120E69CF4}" srcOrd="4" destOrd="0" presId="urn:microsoft.com/office/officeart/2005/8/layout/vList2"/>
    <dgm:cxn modelId="{FA826D4A-2CF5-4C42-9D2A-230E8DCFF0CF}" type="presParOf" srcId="{215FEB7A-5CF0-4471-A61F-46188A0AE23C}" destId="{CA52316D-5E6B-4B49-AB79-60BF212D7421}" srcOrd="5" destOrd="0" presId="urn:microsoft.com/office/officeart/2005/8/layout/vList2"/>
    <dgm:cxn modelId="{DF4A935B-C8F4-4FAE-A552-5BD0DE136401}" type="presParOf" srcId="{215FEB7A-5CF0-4471-A61F-46188A0AE23C}" destId="{8D38113D-45C6-47A7-BB7E-895D54FA641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2049A7C-D32C-4D3F-B280-939D1BB7125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6682569-1F72-4996-9B8E-4AD0D2B97FF4}">
      <dgm:prSet/>
      <dgm:spPr/>
      <dgm:t>
        <a:bodyPr/>
        <a:lstStyle/>
        <a:p>
          <a:r>
            <a:rPr lang="en-US" b="1"/>
            <a:t>. Role-Based Access Control (RBAC)</a:t>
          </a:r>
          <a:endParaRPr lang="en-US"/>
        </a:p>
      </dgm:t>
    </dgm:pt>
    <dgm:pt modelId="{CFF3DB56-2052-42B9-9CD4-5F58BD8704A5}" type="parTrans" cxnId="{C8933B28-879C-4097-91BE-30BD00CAC87E}">
      <dgm:prSet/>
      <dgm:spPr/>
      <dgm:t>
        <a:bodyPr/>
        <a:lstStyle/>
        <a:p>
          <a:endParaRPr lang="en-US"/>
        </a:p>
      </dgm:t>
    </dgm:pt>
    <dgm:pt modelId="{00A45C77-EADD-4577-A8D3-29266FD9B633}" type="sibTrans" cxnId="{C8933B28-879C-4097-91BE-30BD00CAC87E}">
      <dgm:prSet/>
      <dgm:spPr/>
      <dgm:t>
        <a:bodyPr/>
        <a:lstStyle/>
        <a:p>
          <a:endParaRPr lang="en-US"/>
        </a:p>
      </dgm:t>
    </dgm:pt>
    <dgm:pt modelId="{7614A998-5CB8-49A5-B2B7-B8DC4AC43DEA}">
      <dgm:prSet/>
      <dgm:spPr/>
      <dgm:t>
        <a:bodyPr/>
        <a:lstStyle/>
        <a:p>
          <a:r>
            <a:rPr lang="en-US"/>
            <a:t>To prevent unauthorized access and ensure clean separation of responsibilities, the system uses ASP.NET Core’s [Authorize(Roles = "…")] attributes.</a:t>
          </a:r>
          <a:br>
            <a:rPr lang="en-US"/>
          </a:br>
          <a:r>
            <a:rPr lang="en-US"/>
            <a:t>Each controller is restricted to its specific role:</a:t>
          </a:r>
        </a:p>
      </dgm:t>
    </dgm:pt>
    <dgm:pt modelId="{D7E7383B-6245-4691-B8DB-B2BC41A0F57B}" type="parTrans" cxnId="{91014FFF-7F5C-4404-8749-701848B172D2}">
      <dgm:prSet/>
      <dgm:spPr/>
      <dgm:t>
        <a:bodyPr/>
        <a:lstStyle/>
        <a:p>
          <a:endParaRPr lang="en-US"/>
        </a:p>
      </dgm:t>
    </dgm:pt>
    <dgm:pt modelId="{F5DFFEC2-5310-4EC1-BB62-99BC821FFCE6}" type="sibTrans" cxnId="{91014FFF-7F5C-4404-8749-701848B172D2}">
      <dgm:prSet/>
      <dgm:spPr/>
      <dgm:t>
        <a:bodyPr/>
        <a:lstStyle/>
        <a:p>
          <a:endParaRPr lang="en-US"/>
        </a:p>
      </dgm:t>
    </dgm:pt>
    <dgm:pt modelId="{603EB140-6B42-4CC9-8F86-04381061A687}">
      <dgm:prSet/>
      <dgm:spPr/>
      <dgm:t>
        <a:bodyPr/>
        <a:lstStyle/>
        <a:p>
          <a:r>
            <a:rPr lang="en-ZA"/>
            <a:t>Image provided on the next page:</a:t>
          </a:r>
          <a:endParaRPr lang="en-US"/>
        </a:p>
      </dgm:t>
    </dgm:pt>
    <dgm:pt modelId="{A31441EB-BF76-458A-B013-F2C87755001D}" type="parTrans" cxnId="{A0CCABCC-A9CD-42F0-BA39-D6AB4DA305C1}">
      <dgm:prSet/>
      <dgm:spPr/>
      <dgm:t>
        <a:bodyPr/>
        <a:lstStyle/>
        <a:p>
          <a:endParaRPr lang="en-US"/>
        </a:p>
      </dgm:t>
    </dgm:pt>
    <dgm:pt modelId="{C43FD881-1581-4824-B204-0B7BB8EF3EFB}" type="sibTrans" cxnId="{A0CCABCC-A9CD-42F0-BA39-D6AB4DA305C1}">
      <dgm:prSet/>
      <dgm:spPr/>
      <dgm:t>
        <a:bodyPr/>
        <a:lstStyle/>
        <a:p>
          <a:endParaRPr lang="en-US"/>
        </a:p>
      </dgm:t>
    </dgm:pt>
    <dgm:pt modelId="{FCA9D07A-F68A-45FA-B8B5-029444ED6931}" type="pres">
      <dgm:prSet presAssocID="{12049A7C-D32C-4D3F-B280-939D1BB71255}" presName="root" presStyleCnt="0">
        <dgm:presLayoutVars>
          <dgm:dir/>
          <dgm:resizeHandles val="exact"/>
        </dgm:presLayoutVars>
      </dgm:prSet>
      <dgm:spPr/>
    </dgm:pt>
    <dgm:pt modelId="{B774A2A8-28F7-4DB0-8DE3-3F83E56635B4}" type="pres">
      <dgm:prSet presAssocID="{96682569-1F72-4996-9B8E-4AD0D2B97FF4}" presName="compNode" presStyleCnt="0"/>
      <dgm:spPr/>
    </dgm:pt>
    <dgm:pt modelId="{2B2B62B0-AD93-4082-BE93-B87719D3E673}" type="pres">
      <dgm:prSet presAssocID="{96682569-1F72-4996-9B8E-4AD0D2B97FF4}" presName="bgRect" presStyleLbl="bgShp" presStyleIdx="0" presStyleCnt="3"/>
      <dgm:spPr/>
    </dgm:pt>
    <dgm:pt modelId="{65168341-8002-4613-B296-7C7FB3722C02}" type="pres">
      <dgm:prSet presAssocID="{96682569-1F72-4996-9B8E-4AD0D2B97FF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AC6F27D-A307-4D57-B307-412F2E53E10D}" type="pres">
      <dgm:prSet presAssocID="{96682569-1F72-4996-9B8E-4AD0D2B97FF4}" presName="spaceRect" presStyleCnt="0"/>
      <dgm:spPr/>
    </dgm:pt>
    <dgm:pt modelId="{42500C1A-6F4A-4DA1-8922-2B97758C7DCF}" type="pres">
      <dgm:prSet presAssocID="{96682569-1F72-4996-9B8E-4AD0D2B97FF4}" presName="parTx" presStyleLbl="revTx" presStyleIdx="0" presStyleCnt="3">
        <dgm:presLayoutVars>
          <dgm:chMax val="0"/>
          <dgm:chPref val="0"/>
        </dgm:presLayoutVars>
      </dgm:prSet>
      <dgm:spPr/>
    </dgm:pt>
    <dgm:pt modelId="{67BBA4BD-4642-4E65-AF4A-E4FBD13B5708}" type="pres">
      <dgm:prSet presAssocID="{00A45C77-EADD-4577-A8D3-29266FD9B633}" presName="sibTrans" presStyleCnt="0"/>
      <dgm:spPr/>
    </dgm:pt>
    <dgm:pt modelId="{9CBC898B-DD05-4D27-A9DC-BF499F2A675A}" type="pres">
      <dgm:prSet presAssocID="{7614A998-5CB8-49A5-B2B7-B8DC4AC43DEA}" presName="compNode" presStyleCnt="0"/>
      <dgm:spPr/>
    </dgm:pt>
    <dgm:pt modelId="{9F6B7F4A-8308-44DF-A10F-3349BB977044}" type="pres">
      <dgm:prSet presAssocID="{7614A998-5CB8-49A5-B2B7-B8DC4AC43DEA}" presName="bgRect" presStyleLbl="bgShp" presStyleIdx="1" presStyleCnt="3"/>
      <dgm:spPr/>
    </dgm:pt>
    <dgm:pt modelId="{8F42A752-05FB-4EB5-AC46-BC28E8CC3C89}" type="pres">
      <dgm:prSet presAssocID="{7614A998-5CB8-49A5-B2B7-B8DC4AC43DE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B938BA75-49BE-4E2A-817A-1C7C75755D95}" type="pres">
      <dgm:prSet presAssocID="{7614A998-5CB8-49A5-B2B7-B8DC4AC43DEA}" presName="spaceRect" presStyleCnt="0"/>
      <dgm:spPr/>
    </dgm:pt>
    <dgm:pt modelId="{97C16F91-DC3D-44D6-A6AA-0D819BBD79F0}" type="pres">
      <dgm:prSet presAssocID="{7614A998-5CB8-49A5-B2B7-B8DC4AC43DEA}" presName="parTx" presStyleLbl="revTx" presStyleIdx="1" presStyleCnt="3">
        <dgm:presLayoutVars>
          <dgm:chMax val="0"/>
          <dgm:chPref val="0"/>
        </dgm:presLayoutVars>
      </dgm:prSet>
      <dgm:spPr/>
    </dgm:pt>
    <dgm:pt modelId="{51692608-2203-4A33-B7DF-A11975AD2D5D}" type="pres">
      <dgm:prSet presAssocID="{F5DFFEC2-5310-4EC1-BB62-99BC821FFCE6}" presName="sibTrans" presStyleCnt="0"/>
      <dgm:spPr/>
    </dgm:pt>
    <dgm:pt modelId="{FB6F091B-C216-4D26-A602-9F0C42822933}" type="pres">
      <dgm:prSet presAssocID="{603EB140-6B42-4CC9-8F86-04381061A687}" presName="compNode" presStyleCnt="0"/>
      <dgm:spPr/>
    </dgm:pt>
    <dgm:pt modelId="{7021489B-90D3-4666-B011-A5C390CF6F5E}" type="pres">
      <dgm:prSet presAssocID="{603EB140-6B42-4CC9-8F86-04381061A687}" presName="bgRect" presStyleLbl="bgShp" presStyleIdx="2" presStyleCnt="3"/>
      <dgm:spPr/>
    </dgm:pt>
    <dgm:pt modelId="{7A521714-F6E9-435F-A209-BDB29B50FE63}" type="pres">
      <dgm:prSet presAssocID="{603EB140-6B42-4CC9-8F86-04381061A68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per"/>
        </a:ext>
      </dgm:extLst>
    </dgm:pt>
    <dgm:pt modelId="{E3DCA498-068A-40E4-B33D-A8D769D0EF60}" type="pres">
      <dgm:prSet presAssocID="{603EB140-6B42-4CC9-8F86-04381061A687}" presName="spaceRect" presStyleCnt="0"/>
      <dgm:spPr/>
    </dgm:pt>
    <dgm:pt modelId="{71DBF6B1-37F8-4725-9626-84CD97E7993F}" type="pres">
      <dgm:prSet presAssocID="{603EB140-6B42-4CC9-8F86-04381061A68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EDD4602-B19E-48A3-A3BA-EA802BB9ADAD}" type="presOf" srcId="{12049A7C-D32C-4D3F-B280-939D1BB71255}" destId="{FCA9D07A-F68A-45FA-B8B5-029444ED6931}" srcOrd="0" destOrd="0" presId="urn:microsoft.com/office/officeart/2018/2/layout/IconVerticalSolidList"/>
    <dgm:cxn modelId="{DED70916-E983-453C-B033-F14935AAE97D}" type="presOf" srcId="{7614A998-5CB8-49A5-B2B7-B8DC4AC43DEA}" destId="{97C16F91-DC3D-44D6-A6AA-0D819BBD79F0}" srcOrd="0" destOrd="0" presId="urn:microsoft.com/office/officeart/2018/2/layout/IconVerticalSolidList"/>
    <dgm:cxn modelId="{C8933B28-879C-4097-91BE-30BD00CAC87E}" srcId="{12049A7C-D32C-4D3F-B280-939D1BB71255}" destId="{96682569-1F72-4996-9B8E-4AD0D2B97FF4}" srcOrd="0" destOrd="0" parTransId="{CFF3DB56-2052-42B9-9CD4-5F58BD8704A5}" sibTransId="{00A45C77-EADD-4577-A8D3-29266FD9B633}"/>
    <dgm:cxn modelId="{562DEF7D-7CD6-4B5B-8A3B-B6EA51577675}" type="presOf" srcId="{603EB140-6B42-4CC9-8F86-04381061A687}" destId="{71DBF6B1-37F8-4725-9626-84CD97E7993F}" srcOrd="0" destOrd="0" presId="urn:microsoft.com/office/officeart/2018/2/layout/IconVerticalSolidList"/>
    <dgm:cxn modelId="{DC4B6E96-0321-4E55-A801-3DE23251B200}" type="presOf" srcId="{96682569-1F72-4996-9B8E-4AD0D2B97FF4}" destId="{42500C1A-6F4A-4DA1-8922-2B97758C7DCF}" srcOrd="0" destOrd="0" presId="urn:microsoft.com/office/officeart/2018/2/layout/IconVerticalSolidList"/>
    <dgm:cxn modelId="{A0CCABCC-A9CD-42F0-BA39-D6AB4DA305C1}" srcId="{12049A7C-D32C-4D3F-B280-939D1BB71255}" destId="{603EB140-6B42-4CC9-8F86-04381061A687}" srcOrd="2" destOrd="0" parTransId="{A31441EB-BF76-458A-B013-F2C87755001D}" sibTransId="{C43FD881-1581-4824-B204-0B7BB8EF3EFB}"/>
    <dgm:cxn modelId="{91014FFF-7F5C-4404-8749-701848B172D2}" srcId="{12049A7C-D32C-4D3F-B280-939D1BB71255}" destId="{7614A998-5CB8-49A5-B2B7-B8DC4AC43DEA}" srcOrd="1" destOrd="0" parTransId="{D7E7383B-6245-4691-B8DB-B2BC41A0F57B}" sibTransId="{F5DFFEC2-5310-4EC1-BB62-99BC821FFCE6}"/>
    <dgm:cxn modelId="{24CA1FC2-4FA6-45E2-8892-2E233D36E625}" type="presParOf" srcId="{FCA9D07A-F68A-45FA-B8B5-029444ED6931}" destId="{B774A2A8-28F7-4DB0-8DE3-3F83E56635B4}" srcOrd="0" destOrd="0" presId="urn:microsoft.com/office/officeart/2018/2/layout/IconVerticalSolidList"/>
    <dgm:cxn modelId="{61C5C992-C736-4054-8FED-677E4E88B155}" type="presParOf" srcId="{B774A2A8-28F7-4DB0-8DE3-3F83E56635B4}" destId="{2B2B62B0-AD93-4082-BE93-B87719D3E673}" srcOrd="0" destOrd="0" presId="urn:microsoft.com/office/officeart/2018/2/layout/IconVerticalSolidList"/>
    <dgm:cxn modelId="{B627AAF7-2E0D-46BD-A12A-96D3E7EA98F8}" type="presParOf" srcId="{B774A2A8-28F7-4DB0-8DE3-3F83E56635B4}" destId="{65168341-8002-4613-B296-7C7FB3722C02}" srcOrd="1" destOrd="0" presId="urn:microsoft.com/office/officeart/2018/2/layout/IconVerticalSolidList"/>
    <dgm:cxn modelId="{6AFBEB27-2AAE-4508-9FA9-06D2C998F1FB}" type="presParOf" srcId="{B774A2A8-28F7-4DB0-8DE3-3F83E56635B4}" destId="{2AC6F27D-A307-4D57-B307-412F2E53E10D}" srcOrd="2" destOrd="0" presId="urn:microsoft.com/office/officeart/2018/2/layout/IconVerticalSolidList"/>
    <dgm:cxn modelId="{AC9A2F78-2CE7-4FF5-98C6-45408BD04992}" type="presParOf" srcId="{B774A2A8-28F7-4DB0-8DE3-3F83E56635B4}" destId="{42500C1A-6F4A-4DA1-8922-2B97758C7DCF}" srcOrd="3" destOrd="0" presId="urn:microsoft.com/office/officeart/2018/2/layout/IconVerticalSolidList"/>
    <dgm:cxn modelId="{A48AF08C-7830-4AD7-B464-012C27CADDFB}" type="presParOf" srcId="{FCA9D07A-F68A-45FA-B8B5-029444ED6931}" destId="{67BBA4BD-4642-4E65-AF4A-E4FBD13B5708}" srcOrd="1" destOrd="0" presId="urn:microsoft.com/office/officeart/2018/2/layout/IconVerticalSolidList"/>
    <dgm:cxn modelId="{814EC375-AADE-432D-B59A-52B2295D69B3}" type="presParOf" srcId="{FCA9D07A-F68A-45FA-B8B5-029444ED6931}" destId="{9CBC898B-DD05-4D27-A9DC-BF499F2A675A}" srcOrd="2" destOrd="0" presId="urn:microsoft.com/office/officeart/2018/2/layout/IconVerticalSolidList"/>
    <dgm:cxn modelId="{DE7263C2-E916-43BE-B08E-9DB43E467D5E}" type="presParOf" srcId="{9CBC898B-DD05-4D27-A9DC-BF499F2A675A}" destId="{9F6B7F4A-8308-44DF-A10F-3349BB977044}" srcOrd="0" destOrd="0" presId="urn:microsoft.com/office/officeart/2018/2/layout/IconVerticalSolidList"/>
    <dgm:cxn modelId="{10F0AE8D-83D8-403B-A6AB-D06AFBF6BA3A}" type="presParOf" srcId="{9CBC898B-DD05-4D27-A9DC-BF499F2A675A}" destId="{8F42A752-05FB-4EB5-AC46-BC28E8CC3C89}" srcOrd="1" destOrd="0" presId="urn:microsoft.com/office/officeart/2018/2/layout/IconVerticalSolidList"/>
    <dgm:cxn modelId="{3DC2F3FF-97FE-4BEE-AFBB-40DA6D3699E0}" type="presParOf" srcId="{9CBC898B-DD05-4D27-A9DC-BF499F2A675A}" destId="{B938BA75-49BE-4E2A-817A-1C7C75755D95}" srcOrd="2" destOrd="0" presId="urn:microsoft.com/office/officeart/2018/2/layout/IconVerticalSolidList"/>
    <dgm:cxn modelId="{D8E72A6D-6E15-461B-9DA9-EF397C972FBB}" type="presParOf" srcId="{9CBC898B-DD05-4D27-A9DC-BF499F2A675A}" destId="{97C16F91-DC3D-44D6-A6AA-0D819BBD79F0}" srcOrd="3" destOrd="0" presId="urn:microsoft.com/office/officeart/2018/2/layout/IconVerticalSolidList"/>
    <dgm:cxn modelId="{F0B154A0-F737-4835-BA19-CFD4849509CD}" type="presParOf" srcId="{FCA9D07A-F68A-45FA-B8B5-029444ED6931}" destId="{51692608-2203-4A33-B7DF-A11975AD2D5D}" srcOrd="3" destOrd="0" presId="urn:microsoft.com/office/officeart/2018/2/layout/IconVerticalSolidList"/>
    <dgm:cxn modelId="{A043FF46-F1F5-408D-937B-B35DE7FB0C06}" type="presParOf" srcId="{FCA9D07A-F68A-45FA-B8B5-029444ED6931}" destId="{FB6F091B-C216-4D26-A602-9F0C42822933}" srcOrd="4" destOrd="0" presId="urn:microsoft.com/office/officeart/2018/2/layout/IconVerticalSolidList"/>
    <dgm:cxn modelId="{4322F7B2-662E-490B-AB5B-2184D4D5591D}" type="presParOf" srcId="{FB6F091B-C216-4D26-A602-9F0C42822933}" destId="{7021489B-90D3-4666-B011-A5C390CF6F5E}" srcOrd="0" destOrd="0" presId="urn:microsoft.com/office/officeart/2018/2/layout/IconVerticalSolidList"/>
    <dgm:cxn modelId="{140FFEDA-3DB8-4136-923B-7C0B32BFCEF5}" type="presParOf" srcId="{FB6F091B-C216-4D26-A602-9F0C42822933}" destId="{7A521714-F6E9-435F-A209-BDB29B50FE63}" srcOrd="1" destOrd="0" presId="urn:microsoft.com/office/officeart/2018/2/layout/IconVerticalSolidList"/>
    <dgm:cxn modelId="{D8B6ADFC-C9EB-4DE3-9B26-970B5AF55293}" type="presParOf" srcId="{FB6F091B-C216-4D26-A602-9F0C42822933}" destId="{E3DCA498-068A-40E4-B33D-A8D769D0EF60}" srcOrd="2" destOrd="0" presId="urn:microsoft.com/office/officeart/2018/2/layout/IconVerticalSolidList"/>
    <dgm:cxn modelId="{2CB71B8B-68BA-408D-95B6-6F5232A456ED}" type="presParOf" srcId="{FB6F091B-C216-4D26-A602-9F0C42822933}" destId="{71DBF6B1-37F8-4725-9626-84CD97E7993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4F9BD0F-AF36-4E6F-B97B-66949A8E01B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8871FF2-0693-4169-AC9E-E4017CB11B79}">
      <dgm:prSet/>
      <dgm:spPr/>
      <dgm:t>
        <a:bodyPr/>
        <a:lstStyle/>
        <a:p>
          <a:r>
            <a:rPr lang="en-US"/>
            <a:t>To improve compatibility and meet assignment requirements, HR users now export reports as CSV:</a:t>
          </a:r>
        </a:p>
      </dgm:t>
    </dgm:pt>
    <dgm:pt modelId="{AE7E07C6-D2F1-4014-9D1B-7DDE048968E1}" type="parTrans" cxnId="{BC58EDEC-B097-47CA-B714-2D55E951CA8D}">
      <dgm:prSet/>
      <dgm:spPr/>
      <dgm:t>
        <a:bodyPr/>
        <a:lstStyle/>
        <a:p>
          <a:endParaRPr lang="en-US"/>
        </a:p>
      </dgm:t>
    </dgm:pt>
    <dgm:pt modelId="{055C17D6-D6F2-451B-889C-7976766D5371}" type="sibTrans" cxnId="{BC58EDEC-B097-47CA-B714-2D55E951CA8D}">
      <dgm:prSet/>
      <dgm:spPr/>
      <dgm:t>
        <a:bodyPr/>
        <a:lstStyle/>
        <a:p>
          <a:endParaRPr lang="en-US"/>
        </a:p>
      </dgm:t>
    </dgm:pt>
    <dgm:pt modelId="{45982BF4-1ABC-4AF8-BC20-960FA3958DB9}">
      <dgm:prSet/>
      <dgm:spPr/>
      <dgm:t>
        <a:bodyPr/>
        <a:lstStyle/>
        <a:p>
          <a:r>
            <a:rPr lang="en-US"/>
            <a:t>return File(bytes, "text/csv", "claims_report.csv");</a:t>
          </a:r>
        </a:p>
      </dgm:t>
    </dgm:pt>
    <dgm:pt modelId="{4C07ADF3-DA30-453E-B85B-F21C8E97F223}" type="parTrans" cxnId="{E3ADE8EE-6A95-477F-ACCD-C1440D22A7AF}">
      <dgm:prSet/>
      <dgm:spPr/>
      <dgm:t>
        <a:bodyPr/>
        <a:lstStyle/>
        <a:p>
          <a:endParaRPr lang="en-US"/>
        </a:p>
      </dgm:t>
    </dgm:pt>
    <dgm:pt modelId="{A1D4F9F8-4A15-4E7E-8CBD-56D3903A9513}" type="sibTrans" cxnId="{E3ADE8EE-6A95-477F-ACCD-C1440D22A7AF}">
      <dgm:prSet/>
      <dgm:spPr/>
      <dgm:t>
        <a:bodyPr/>
        <a:lstStyle/>
        <a:p>
          <a:endParaRPr lang="en-US"/>
        </a:p>
      </dgm:t>
    </dgm:pt>
    <dgm:pt modelId="{9BF5ED3C-E3AA-42C3-BB3F-FA837D0DD425}">
      <dgm:prSet/>
      <dgm:spPr/>
      <dgm:t>
        <a:bodyPr/>
        <a:lstStyle/>
        <a:p>
          <a:r>
            <a:rPr lang="en-US" b="1"/>
            <a:t>Why CSV?</a:t>
          </a:r>
          <a:br>
            <a:rPr lang="en-US"/>
          </a:br>
          <a:r>
            <a:rPr lang="en-US"/>
            <a:t>✔ Opens in Excel without extra libraries</a:t>
          </a:r>
          <a:br>
            <a:rPr lang="en-US"/>
          </a:br>
          <a:r>
            <a:rPr lang="en-US"/>
            <a:t>✔ Easier to mark, grade, analyze</a:t>
          </a:r>
          <a:br>
            <a:rPr lang="en-US"/>
          </a:br>
          <a:r>
            <a:rPr lang="en-US"/>
            <a:t>✔ Avoids PDF font-loading issues</a:t>
          </a:r>
        </a:p>
      </dgm:t>
    </dgm:pt>
    <dgm:pt modelId="{6C947520-B284-4F00-A41F-89B3219B8EFC}" type="parTrans" cxnId="{4D97F4C3-A207-4BC0-BCD7-4489AD03A162}">
      <dgm:prSet/>
      <dgm:spPr/>
      <dgm:t>
        <a:bodyPr/>
        <a:lstStyle/>
        <a:p>
          <a:endParaRPr lang="en-US"/>
        </a:p>
      </dgm:t>
    </dgm:pt>
    <dgm:pt modelId="{388A9CC2-9D97-4C09-8F82-1E084B228F28}" type="sibTrans" cxnId="{4D97F4C3-A207-4BC0-BCD7-4489AD03A162}">
      <dgm:prSet/>
      <dgm:spPr/>
      <dgm:t>
        <a:bodyPr/>
        <a:lstStyle/>
        <a:p>
          <a:endParaRPr lang="en-US"/>
        </a:p>
      </dgm:t>
    </dgm:pt>
    <dgm:pt modelId="{914089A5-5ADA-4DD1-9091-54831D33759E}" type="pres">
      <dgm:prSet presAssocID="{84F9BD0F-AF36-4E6F-B97B-66949A8E01B0}" presName="root" presStyleCnt="0">
        <dgm:presLayoutVars>
          <dgm:dir/>
          <dgm:resizeHandles val="exact"/>
        </dgm:presLayoutVars>
      </dgm:prSet>
      <dgm:spPr/>
    </dgm:pt>
    <dgm:pt modelId="{AD6B20A0-7545-40A1-AD73-8154033A1BA6}" type="pres">
      <dgm:prSet presAssocID="{78871FF2-0693-4169-AC9E-E4017CB11B79}" presName="compNode" presStyleCnt="0"/>
      <dgm:spPr/>
    </dgm:pt>
    <dgm:pt modelId="{81B79627-29D3-4210-BFAA-8B520CF90449}" type="pres">
      <dgm:prSet presAssocID="{78871FF2-0693-4169-AC9E-E4017CB11B79}" presName="bgRect" presStyleLbl="bgShp" presStyleIdx="0" presStyleCnt="3"/>
      <dgm:spPr/>
    </dgm:pt>
    <dgm:pt modelId="{A1BD7759-B66E-45FA-A4CA-BD0D6255FCE8}" type="pres">
      <dgm:prSet presAssocID="{78871FF2-0693-4169-AC9E-E4017CB11B7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"/>
        </a:ext>
      </dgm:extLst>
    </dgm:pt>
    <dgm:pt modelId="{E18F9D8B-D098-4EE1-9D8B-AA8F2EF82C6A}" type="pres">
      <dgm:prSet presAssocID="{78871FF2-0693-4169-AC9E-E4017CB11B79}" presName="spaceRect" presStyleCnt="0"/>
      <dgm:spPr/>
    </dgm:pt>
    <dgm:pt modelId="{D83CDD33-7EB2-4D5B-93F0-82AC4251EF70}" type="pres">
      <dgm:prSet presAssocID="{78871FF2-0693-4169-AC9E-E4017CB11B79}" presName="parTx" presStyleLbl="revTx" presStyleIdx="0" presStyleCnt="3">
        <dgm:presLayoutVars>
          <dgm:chMax val="0"/>
          <dgm:chPref val="0"/>
        </dgm:presLayoutVars>
      </dgm:prSet>
      <dgm:spPr/>
    </dgm:pt>
    <dgm:pt modelId="{0F30D8FE-84DB-440A-B467-5A30F0C1F716}" type="pres">
      <dgm:prSet presAssocID="{055C17D6-D6F2-451B-889C-7976766D5371}" presName="sibTrans" presStyleCnt="0"/>
      <dgm:spPr/>
    </dgm:pt>
    <dgm:pt modelId="{4B664538-402A-4C48-95A1-0AD2DE0990BB}" type="pres">
      <dgm:prSet presAssocID="{45982BF4-1ABC-4AF8-BC20-960FA3958DB9}" presName="compNode" presStyleCnt="0"/>
      <dgm:spPr/>
    </dgm:pt>
    <dgm:pt modelId="{6FDD1059-4C11-47CF-B5CD-BE4AE51ECD4C}" type="pres">
      <dgm:prSet presAssocID="{45982BF4-1ABC-4AF8-BC20-960FA3958DB9}" presName="bgRect" presStyleLbl="bgShp" presStyleIdx="1" presStyleCnt="3"/>
      <dgm:spPr/>
    </dgm:pt>
    <dgm:pt modelId="{13D2C7F2-3C0A-4F29-AF47-069560D64A31}" type="pres">
      <dgm:prSet presAssocID="{45982BF4-1ABC-4AF8-BC20-960FA3958DB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1B0566A-9631-4FF1-ABFE-EC7359582A43}" type="pres">
      <dgm:prSet presAssocID="{45982BF4-1ABC-4AF8-BC20-960FA3958DB9}" presName="spaceRect" presStyleCnt="0"/>
      <dgm:spPr/>
    </dgm:pt>
    <dgm:pt modelId="{699DD9B5-9FF0-401B-94F9-3A779309B437}" type="pres">
      <dgm:prSet presAssocID="{45982BF4-1ABC-4AF8-BC20-960FA3958DB9}" presName="parTx" presStyleLbl="revTx" presStyleIdx="1" presStyleCnt="3">
        <dgm:presLayoutVars>
          <dgm:chMax val="0"/>
          <dgm:chPref val="0"/>
        </dgm:presLayoutVars>
      </dgm:prSet>
      <dgm:spPr/>
    </dgm:pt>
    <dgm:pt modelId="{CE01ECBD-E0BF-443E-9B6A-49EC0B85C3D2}" type="pres">
      <dgm:prSet presAssocID="{A1D4F9F8-4A15-4E7E-8CBD-56D3903A9513}" presName="sibTrans" presStyleCnt="0"/>
      <dgm:spPr/>
    </dgm:pt>
    <dgm:pt modelId="{C28261AF-0F3D-43EB-BFB5-92DDC8DB543B}" type="pres">
      <dgm:prSet presAssocID="{9BF5ED3C-E3AA-42C3-BB3F-FA837D0DD425}" presName="compNode" presStyleCnt="0"/>
      <dgm:spPr/>
    </dgm:pt>
    <dgm:pt modelId="{F1A36C66-DC07-4EBF-956D-55C9ABC7B020}" type="pres">
      <dgm:prSet presAssocID="{9BF5ED3C-E3AA-42C3-BB3F-FA837D0DD425}" presName="bgRect" presStyleLbl="bgShp" presStyleIdx="2" presStyleCnt="3"/>
      <dgm:spPr/>
    </dgm:pt>
    <dgm:pt modelId="{E673D229-6485-4935-95CE-3D22B08AE046}" type="pres">
      <dgm:prSet presAssocID="{9BF5ED3C-E3AA-42C3-BB3F-FA837D0DD42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22A57F25-3AE6-4169-BEFC-3F4830C88680}" type="pres">
      <dgm:prSet presAssocID="{9BF5ED3C-E3AA-42C3-BB3F-FA837D0DD425}" presName="spaceRect" presStyleCnt="0"/>
      <dgm:spPr/>
    </dgm:pt>
    <dgm:pt modelId="{3BC6FB0B-F953-40F8-9132-6CB979DC950A}" type="pres">
      <dgm:prSet presAssocID="{9BF5ED3C-E3AA-42C3-BB3F-FA837D0DD42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E8B8F3A-9690-418B-807B-C306C42D9F20}" type="presOf" srcId="{9BF5ED3C-E3AA-42C3-BB3F-FA837D0DD425}" destId="{3BC6FB0B-F953-40F8-9132-6CB979DC950A}" srcOrd="0" destOrd="0" presId="urn:microsoft.com/office/officeart/2018/2/layout/IconVerticalSolidList"/>
    <dgm:cxn modelId="{6E19084B-820B-488C-B5E9-1E142B4FA99E}" type="presOf" srcId="{84F9BD0F-AF36-4E6F-B97B-66949A8E01B0}" destId="{914089A5-5ADA-4DD1-9091-54831D33759E}" srcOrd="0" destOrd="0" presId="urn:microsoft.com/office/officeart/2018/2/layout/IconVerticalSolidList"/>
    <dgm:cxn modelId="{6D07556C-6746-4FCB-AEBD-7D7AB7235445}" type="presOf" srcId="{45982BF4-1ABC-4AF8-BC20-960FA3958DB9}" destId="{699DD9B5-9FF0-401B-94F9-3A779309B437}" srcOrd="0" destOrd="0" presId="urn:microsoft.com/office/officeart/2018/2/layout/IconVerticalSolidList"/>
    <dgm:cxn modelId="{A12D6175-2241-4C9E-B2D0-1A9C703021C8}" type="presOf" srcId="{78871FF2-0693-4169-AC9E-E4017CB11B79}" destId="{D83CDD33-7EB2-4D5B-93F0-82AC4251EF70}" srcOrd="0" destOrd="0" presId="urn:microsoft.com/office/officeart/2018/2/layout/IconVerticalSolidList"/>
    <dgm:cxn modelId="{4D97F4C3-A207-4BC0-BCD7-4489AD03A162}" srcId="{84F9BD0F-AF36-4E6F-B97B-66949A8E01B0}" destId="{9BF5ED3C-E3AA-42C3-BB3F-FA837D0DD425}" srcOrd="2" destOrd="0" parTransId="{6C947520-B284-4F00-A41F-89B3219B8EFC}" sibTransId="{388A9CC2-9D97-4C09-8F82-1E084B228F28}"/>
    <dgm:cxn modelId="{BC58EDEC-B097-47CA-B714-2D55E951CA8D}" srcId="{84F9BD0F-AF36-4E6F-B97B-66949A8E01B0}" destId="{78871FF2-0693-4169-AC9E-E4017CB11B79}" srcOrd="0" destOrd="0" parTransId="{AE7E07C6-D2F1-4014-9D1B-7DDE048968E1}" sibTransId="{055C17D6-D6F2-451B-889C-7976766D5371}"/>
    <dgm:cxn modelId="{E3ADE8EE-6A95-477F-ACCD-C1440D22A7AF}" srcId="{84F9BD0F-AF36-4E6F-B97B-66949A8E01B0}" destId="{45982BF4-1ABC-4AF8-BC20-960FA3958DB9}" srcOrd="1" destOrd="0" parTransId="{4C07ADF3-DA30-453E-B85B-F21C8E97F223}" sibTransId="{A1D4F9F8-4A15-4E7E-8CBD-56D3903A9513}"/>
    <dgm:cxn modelId="{16489060-548B-4F1B-A08A-824D462A66DA}" type="presParOf" srcId="{914089A5-5ADA-4DD1-9091-54831D33759E}" destId="{AD6B20A0-7545-40A1-AD73-8154033A1BA6}" srcOrd="0" destOrd="0" presId="urn:microsoft.com/office/officeart/2018/2/layout/IconVerticalSolidList"/>
    <dgm:cxn modelId="{3E12E56E-F542-4E76-95C9-AAEE0C2D75BD}" type="presParOf" srcId="{AD6B20A0-7545-40A1-AD73-8154033A1BA6}" destId="{81B79627-29D3-4210-BFAA-8B520CF90449}" srcOrd="0" destOrd="0" presId="urn:microsoft.com/office/officeart/2018/2/layout/IconVerticalSolidList"/>
    <dgm:cxn modelId="{888CF559-2C46-4624-A31D-5972DC660335}" type="presParOf" srcId="{AD6B20A0-7545-40A1-AD73-8154033A1BA6}" destId="{A1BD7759-B66E-45FA-A4CA-BD0D6255FCE8}" srcOrd="1" destOrd="0" presId="urn:microsoft.com/office/officeart/2018/2/layout/IconVerticalSolidList"/>
    <dgm:cxn modelId="{DC6BDAB2-AADA-4988-BB57-2B1F8F48A11B}" type="presParOf" srcId="{AD6B20A0-7545-40A1-AD73-8154033A1BA6}" destId="{E18F9D8B-D098-4EE1-9D8B-AA8F2EF82C6A}" srcOrd="2" destOrd="0" presId="urn:microsoft.com/office/officeart/2018/2/layout/IconVerticalSolidList"/>
    <dgm:cxn modelId="{0F9F0C3C-8A11-4842-BA62-C80CCE52937D}" type="presParOf" srcId="{AD6B20A0-7545-40A1-AD73-8154033A1BA6}" destId="{D83CDD33-7EB2-4D5B-93F0-82AC4251EF70}" srcOrd="3" destOrd="0" presId="urn:microsoft.com/office/officeart/2018/2/layout/IconVerticalSolidList"/>
    <dgm:cxn modelId="{545F674D-FE47-4064-913F-5B28C0E6454A}" type="presParOf" srcId="{914089A5-5ADA-4DD1-9091-54831D33759E}" destId="{0F30D8FE-84DB-440A-B467-5A30F0C1F716}" srcOrd="1" destOrd="0" presId="urn:microsoft.com/office/officeart/2018/2/layout/IconVerticalSolidList"/>
    <dgm:cxn modelId="{7375017E-1787-41AE-97C9-6D5DB6BB8900}" type="presParOf" srcId="{914089A5-5ADA-4DD1-9091-54831D33759E}" destId="{4B664538-402A-4C48-95A1-0AD2DE0990BB}" srcOrd="2" destOrd="0" presId="urn:microsoft.com/office/officeart/2018/2/layout/IconVerticalSolidList"/>
    <dgm:cxn modelId="{2B53E371-4072-4972-A01B-B15794FF10F2}" type="presParOf" srcId="{4B664538-402A-4C48-95A1-0AD2DE0990BB}" destId="{6FDD1059-4C11-47CF-B5CD-BE4AE51ECD4C}" srcOrd="0" destOrd="0" presId="urn:microsoft.com/office/officeart/2018/2/layout/IconVerticalSolidList"/>
    <dgm:cxn modelId="{CB4F6082-165B-4A90-A9F5-2693EC13A3C1}" type="presParOf" srcId="{4B664538-402A-4C48-95A1-0AD2DE0990BB}" destId="{13D2C7F2-3C0A-4F29-AF47-069560D64A31}" srcOrd="1" destOrd="0" presId="urn:microsoft.com/office/officeart/2018/2/layout/IconVerticalSolidList"/>
    <dgm:cxn modelId="{FA35FBCF-F2A9-4FDE-A7FA-FF08AD8152B5}" type="presParOf" srcId="{4B664538-402A-4C48-95A1-0AD2DE0990BB}" destId="{81B0566A-9631-4FF1-ABFE-EC7359582A43}" srcOrd="2" destOrd="0" presId="urn:microsoft.com/office/officeart/2018/2/layout/IconVerticalSolidList"/>
    <dgm:cxn modelId="{B381CCB1-3311-4F9C-BE99-A31652DF9500}" type="presParOf" srcId="{4B664538-402A-4C48-95A1-0AD2DE0990BB}" destId="{699DD9B5-9FF0-401B-94F9-3A779309B437}" srcOrd="3" destOrd="0" presId="urn:microsoft.com/office/officeart/2018/2/layout/IconVerticalSolidList"/>
    <dgm:cxn modelId="{5978B35A-F9FB-4A00-9292-90624CFA21C6}" type="presParOf" srcId="{914089A5-5ADA-4DD1-9091-54831D33759E}" destId="{CE01ECBD-E0BF-443E-9B6A-49EC0B85C3D2}" srcOrd="3" destOrd="0" presId="urn:microsoft.com/office/officeart/2018/2/layout/IconVerticalSolidList"/>
    <dgm:cxn modelId="{4CA16D36-4A33-4685-AB96-084F6366FDA3}" type="presParOf" srcId="{914089A5-5ADA-4DD1-9091-54831D33759E}" destId="{C28261AF-0F3D-43EB-BFB5-92DDC8DB543B}" srcOrd="4" destOrd="0" presId="urn:microsoft.com/office/officeart/2018/2/layout/IconVerticalSolidList"/>
    <dgm:cxn modelId="{BEDE626A-B648-4F4A-BA2C-64B0002E25B4}" type="presParOf" srcId="{C28261AF-0F3D-43EB-BFB5-92DDC8DB543B}" destId="{F1A36C66-DC07-4EBF-956D-55C9ABC7B020}" srcOrd="0" destOrd="0" presId="urn:microsoft.com/office/officeart/2018/2/layout/IconVerticalSolidList"/>
    <dgm:cxn modelId="{2BCBFA63-EC6C-4C7E-8E7D-EC89D070A7CE}" type="presParOf" srcId="{C28261AF-0F3D-43EB-BFB5-92DDC8DB543B}" destId="{E673D229-6485-4935-95CE-3D22B08AE046}" srcOrd="1" destOrd="0" presId="urn:microsoft.com/office/officeart/2018/2/layout/IconVerticalSolidList"/>
    <dgm:cxn modelId="{54768322-DAE0-4710-A756-1FF09367BEA5}" type="presParOf" srcId="{C28261AF-0F3D-43EB-BFB5-92DDC8DB543B}" destId="{22A57F25-3AE6-4169-BEFC-3F4830C88680}" srcOrd="2" destOrd="0" presId="urn:microsoft.com/office/officeart/2018/2/layout/IconVerticalSolidList"/>
    <dgm:cxn modelId="{F5A40D9B-202E-4AAE-A497-CB96A61DF665}" type="presParOf" srcId="{C28261AF-0F3D-43EB-BFB5-92DDC8DB543B}" destId="{3BC6FB0B-F953-40F8-9132-6CB979DC950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2511732-3592-4052-A8F6-FA04434523A0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7D93BA1-BF5B-4120-BD0E-5AA6A1FD29C1}">
      <dgm:prSet/>
      <dgm:spPr/>
      <dgm:t>
        <a:bodyPr/>
        <a:lstStyle/>
        <a:p>
          <a:r>
            <a:rPr lang="en-ZA"/>
            <a:t>To ensure correct financial calculations, EF Core decimal precision was explicitly defined:</a:t>
          </a:r>
          <a:endParaRPr lang="en-US"/>
        </a:p>
      </dgm:t>
    </dgm:pt>
    <dgm:pt modelId="{591C7EBF-9579-46A5-974A-E5C8CA8169D1}" type="parTrans" cxnId="{35BB6468-D3D5-46CD-8DD3-26B72AC7B743}">
      <dgm:prSet/>
      <dgm:spPr/>
      <dgm:t>
        <a:bodyPr/>
        <a:lstStyle/>
        <a:p>
          <a:endParaRPr lang="en-US"/>
        </a:p>
      </dgm:t>
    </dgm:pt>
    <dgm:pt modelId="{8A8534D1-FE2F-46B7-A8D5-5A82C613F7E2}" type="sibTrans" cxnId="{35BB6468-D3D5-46CD-8DD3-26B72AC7B743}">
      <dgm:prSet/>
      <dgm:spPr/>
      <dgm:t>
        <a:bodyPr/>
        <a:lstStyle/>
        <a:p>
          <a:endParaRPr lang="en-US"/>
        </a:p>
      </dgm:t>
    </dgm:pt>
    <dgm:pt modelId="{7A0E511E-1C8D-4DB8-A8A2-D4D636E9AB26}">
      <dgm:prSet/>
      <dgm:spPr/>
      <dgm:t>
        <a:bodyPr/>
        <a:lstStyle/>
        <a:p>
          <a:r>
            <a:rPr lang="en-ZA"/>
            <a:t>modelBuilder.Entity&lt;Claim&gt;()</a:t>
          </a:r>
          <a:endParaRPr lang="en-US"/>
        </a:p>
      </dgm:t>
    </dgm:pt>
    <dgm:pt modelId="{DA55C8D2-36D5-450A-96A8-06BADA442586}" type="parTrans" cxnId="{456B915B-B184-454E-BCCD-A3BBF46BA11E}">
      <dgm:prSet/>
      <dgm:spPr/>
      <dgm:t>
        <a:bodyPr/>
        <a:lstStyle/>
        <a:p>
          <a:endParaRPr lang="en-US"/>
        </a:p>
      </dgm:t>
    </dgm:pt>
    <dgm:pt modelId="{4F2A41FE-2287-4CE7-A24D-C02538CEE423}" type="sibTrans" cxnId="{456B915B-B184-454E-BCCD-A3BBF46BA11E}">
      <dgm:prSet/>
      <dgm:spPr/>
      <dgm:t>
        <a:bodyPr/>
        <a:lstStyle/>
        <a:p>
          <a:endParaRPr lang="en-US"/>
        </a:p>
      </dgm:t>
    </dgm:pt>
    <dgm:pt modelId="{E7CEDC42-8C23-4A66-8E74-5ED045498B6E}">
      <dgm:prSet/>
      <dgm:spPr/>
      <dgm:t>
        <a:bodyPr/>
        <a:lstStyle/>
        <a:p>
          <a:r>
            <a:rPr lang="en-ZA"/>
            <a:t>.Property(c =&gt; c.HourlyRate)</a:t>
          </a:r>
          <a:endParaRPr lang="en-US"/>
        </a:p>
      </dgm:t>
    </dgm:pt>
    <dgm:pt modelId="{D9F37C62-C648-4316-ACAD-2D8903682F2E}" type="parTrans" cxnId="{DCB1B3E9-2ADA-4AE1-A1D4-6FDCDFF36B70}">
      <dgm:prSet/>
      <dgm:spPr/>
      <dgm:t>
        <a:bodyPr/>
        <a:lstStyle/>
        <a:p>
          <a:endParaRPr lang="en-US"/>
        </a:p>
      </dgm:t>
    </dgm:pt>
    <dgm:pt modelId="{2CBFE8A4-F40A-415D-854A-96C7C86E6A8E}" type="sibTrans" cxnId="{DCB1B3E9-2ADA-4AE1-A1D4-6FDCDFF36B70}">
      <dgm:prSet/>
      <dgm:spPr/>
      <dgm:t>
        <a:bodyPr/>
        <a:lstStyle/>
        <a:p>
          <a:endParaRPr lang="en-US"/>
        </a:p>
      </dgm:t>
    </dgm:pt>
    <dgm:pt modelId="{31F46B95-CCDD-44BC-A69D-7F6BF44AB417}">
      <dgm:prSet/>
      <dgm:spPr/>
      <dgm:t>
        <a:bodyPr/>
        <a:lstStyle/>
        <a:p>
          <a:r>
            <a:rPr lang="en-ZA"/>
            <a:t>.HasColumnType("decimal(10,2)");</a:t>
          </a:r>
          <a:endParaRPr lang="en-US"/>
        </a:p>
      </dgm:t>
    </dgm:pt>
    <dgm:pt modelId="{D65BBE66-496B-4168-8813-0F0D4227AFDA}" type="parTrans" cxnId="{DEDB08D2-87DD-4633-A0C1-89F77C92EBC3}">
      <dgm:prSet/>
      <dgm:spPr/>
      <dgm:t>
        <a:bodyPr/>
        <a:lstStyle/>
        <a:p>
          <a:endParaRPr lang="en-US"/>
        </a:p>
      </dgm:t>
    </dgm:pt>
    <dgm:pt modelId="{F19F613A-DF05-44B8-94E3-51687D862E7A}" type="sibTrans" cxnId="{DEDB08D2-87DD-4633-A0C1-89F77C92EBC3}">
      <dgm:prSet/>
      <dgm:spPr/>
      <dgm:t>
        <a:bodyPr/>
        <a:lstStyle/>
        <a:p>
          <a:endParaRPr lang="en-US"/>
        </a:p>
      </dgm:t>
    </dgm:pt>
    <dgm:pt modelId="{45858B51-52CE-4D5A-933F-E919244C905D}">
      <dgm:prSet/>
      <dgm:spPr/>
      <dgm:t>
        <a:bodyPr/>
        <a:lstStyle/>
        <a:p>
          <a:r>
            <a:rPr lang="en-ZA" b="1"/>
            <a:t>Why this matters:</a:t>
          </a:r>
          <a:br>
            <a:rPr lang="en-ZA"/>
          </a:br>
          <a:r>
            <a:rPr lang="en-ZA"/>
            <a:t>✔ Guarantees consistent money formatting</a:t>
          </a:r>
          <a:br>
            <a:rPr lang="en-ZA"/>
          </a:br>
          <a:r>
            <a:rPr lang="en-ZA"/>
            <a:t>✔ Prevents rounding errors</a:t>
          </a:r>
          <a:br>
            <a:rPr lang="en-ZA"/>
          </a:br>
          <a:r>
            <a:rPr lang="en-ZA"/>
            <a:t>✔ Required for accurate totals on all reports</a:t>
          </a:r>
          <a:endParaRPr lang="en-US"/>
        </a:p>
      </dgm:t>
    </dgm:pt>
    <dgm:pt modelId="{C8C83D32-4AB6-4CD4-A8B0-591F3E5954D7}" type="parTrans" cxnId="{E76A4AC0-2987-4548-83A7-B5A1B60D965B}">
      <dgm:prSet/>
      <dgm:spPr/>
      <dgm:t>
        <a:bodyPr/>
        <a:lstStyle/>
        <a:p>
          <a:endParaRPr lang="en-US"/>
        </a:p>
      </dgm:t>
    </dgm:pt>
    <dgm:pt modelId="{0502FB58-46AC-4688-9296-81F5D0206F9A}" type="sibTrans" cxnId="{E76A4AC0-2987-4548-83A7-B5A1B60D965B}">
      <dgm:prSet/>
      <dgm:spPr/>
      <dgm:t>
        <a:bodyPr/>
        <a:lstStyle/>
        <a:p>
          <a:endParaRPr lang="en-US"/>
        </a:p>
      </dgm:t>
    </dgm:pt>
    <dgm:pt modelId="{0AD96C24-4FC8-49C0-A963-3CAD4A922145}" type="pres">
      <dgm:prSet presAssocID="{F2511732-3592-4052-A8F6-FA04434523A0}" presName="outerComposite" presStyleCnt="0">
        <dgm:presLayoutVars>
          <dgm:chMax val="5"/>
          <dgm:dir/>
          <dgm:resizeHandles val="exact"/>
        </dgm:presLayoutVars>
      </dgm:prSet>
      <dgm:spPr/>
    </dgm:pt>
    <dgm:pt modelId="{72125DF1-AFA8-4FDF-B7F5-2D81497B12A3}" type="pres">
      <dgm:prSet presAssocID="{F2511732-3592-4052-A8F6-FA04434523A0}" presName="dummyMaxCanvas" presStyleCnt="0">
        <dgm:presLayoutVars/>
      </dgm:prSet>
      <dgm:spPr/>
    </dgm:pt>
    <dgm:pt modelId="{08FA25F0-E6F7-4C85-9A14-2A099C2E4CB9}" type="pres">
      <dgm:prSet presAssocID="{F2511732-3592-4052-A8F6-FA04434523A0}" presName="FiveNodes_1" presStyleLbl="node1" presStyleIdx="0" presStyleCnt="5">
        <dgm:presLayoutVars>
          <dgm:bulletEnabled val="1"/>
        </dgm:presLayoutVars>
      </dgm:prSet>
      <dgm:spPr/>
    </dgm:pt>
    <dgm:pt modelId="{15305E84-F7DA-4EE6-9F67-B706CB400479}" type="pres">
      <dgm:prSet presAssocID="{F2511732-3592-4052-A8F6-FA04434523A0}" presName="FiveNodes_2" presStyleLbl="node1" presStyleIdx="1" presStyleCnt="5">
        <dgm:presLayoutVars>
          <dgm:bulletEnabled val="1"/>
        </dgm:presLayoutVars>
      </dgm:prSet>
      <dgm:spPr/>
    </dgm:pt>
    <dgm:pt modelId="{7AE9D4C6-E674-4F7B-9258-50A9FBA24F0B}" type="pres">
      <dgm:prSet presAssocID="{F2511732-3592-4052-A8F6-FA04434523A0}" presName="FiveNodes_3" presStyleLbl="node1" presStyleIdx="2" presStyleCnt="5">
        <dgm:presLayoutVars>
          <dgm:bulletEnabled val="1"/>
        </dgm:presLayoutVars>
      </dgm:prSet>
      <dgm:spPr/>
    </dgm:pt>
    <dgm:pt modelId="{ABA158F5-C9FD-47EB-81E7-AFAFC4B08C90}" type="pres">
      <dgm:prSet presAssocID="{F2511732-3592-4052-A8F6-FA04434523A0}" presName="FiveNodes_4" presStyleLbl="node1" presStyleIdx="3" presStyleCnt="5">
        <dgm:presLayoutVars>
          <dgm:bulletEnabled val="1"/>
        </dgm:presLayoutVars>
      </dgm:prSet>
      <dgm:spPr/>
    </dgm:pt>
    <dgm:pt modelId="{CB9DB8BA-DF8B-4197-95AA-BEC2BE79FBEF}" type="pres">
      <dgm:prSet presAssocID="{F2511732-3592-4052-A8F6-FA04434523A0}" presName="FiveNodes_5" presStyleLbl="node1" presStyleIdx="4" presStyleCnt="5">
        <dgm:presLayoutVars>
          <dgm:bulletEnabled val="1"/>
        </dgm:presLayoutVars>
      </dgm:prSet>
      <dgm:spPr/>
    </dgm:pt>
    <dgm:pt modelId="{DB56B0E8-1914-4119-AE7E-B4BB46AA6B94}" type="pres">
      <dgm:prSet presAssocID="{F2511732-3592-4052-A8F6-FA04434523A0}" presName="FiveConn_1-2" presStyleLbl="fgAccFollowNode1" presStyleIdx="0" presStyleCnt="4">
        <dgm:presLayoutVars>
          <dgm:bulletEnabled val="1"/>
        </dgm:presLayoutVars>
      </dgm:prSet>
      <dgm:spPr/>
    </dgm:pt>
    <dgm:pt modelId="{79F18E56-ACD6-4473-8972-7917894D4EB9}" type="pres">
      <dgm:prSet presAssocID="{F2511732-3592-4052-A8F6-FA04434523A0}" presName="FiveConn_2-3" presStyleLbl="fgAccFollowNode1" presStyleIdx="1" presStyleCnt="4">
        <dgm:presLayoutVars>
          <dgm:bulletEnabled val="1"/>
        </dgm:presLayoutVars>
      </dgm:prSet>
      <dgm:spPr/>
    </dgm:pt>
    <dgm:pt modelId="{F919F025-6517-4166-AF0A-47CD5A118F40}" type="pres">
      <dgm:prSet presAssocID="{F2511732-3592-4052-A8F6-FA04434523A0}" presName="FiveConn_3-4" presStyleLbl="fgAccFollowNode1" presStyleIdx="2" presStyleCnt="4">
        <dgm:presLayoutVars>
          <dgm:bulletEnabled val="1"/>
        </dgm:presLayoutVars>
      </dgm:prSet>
      <dgm:spPr/>
    </dgm:pt>
    <dgm:pt modelId="{83A3B5A4-8908-4519-B267-1FA23D81885C}" type="pres">
      <dgm:prSet presAssocID="{F2511732-3592-4052-A8F6-FA04434523A0}" presName="FiveConn_4-5" presStyleLbl="fgAccFollowNode1" presStyleIdx="3" presStyleCnt="4">
        <dgm:presLayoutVars>
          <dgm:bulletEnabled val="1"/>
        </dgm:presLayoutVars>
      </dgm:prSet>
      <dgm:spPr/>
    </dgm:pt>
    <dgm:pt modelId="{75C54B92-BC3A-421B-98DC-9813C3BC49EB}" type="pres">
      <dgm:prSet presAssocID="{F2511732-3592-4052-A8F6-FA04434523A0}" presName="FiveNodes_1_text" presStyleLbl="node1" presStyleIdx="4" presStyleCnt="5">
        <dgm:presLayoutVars>
          <dgm:bulletEnabled val="1"/>
        </dgm:presLayoutVars>
      </dgm:prSet>
      <dgm:spPr/>
    </dgm:pt>
    <dgm:pt modelId="{57DE3F50-0936-4C76-8415-EBE3E1C33CEC}" type="pres">
      <dgm:prSet presAssocID="{F2511732-3592-4052-A8F6-FA04434523A0}" presName="FiveNodes_2_text" presStyleLbl="node1" presStyleIdx="4" presStyleCnt="5">
        <dgm:presLayoutVars>
          <dgm:bulletEnabled val="1"/>
        </dgm:presLayoutVars>
      </dgm:prSet>
      <dgm:spPr/>
    </dgm:pt>
    <dgm:pt modelId="{C4FE9BE4-4CDE-40CD-9A0A-2C8548323025}" type="pres">
      <dgm:prSet presAssocID="{F2511732-3592-4052-A8F6-FA04434523A0}" presName="FiveNodes_3_text" presStyleLbl="node1" presStyleIdx="4" presStyleCnt="5">
        <dgm:presLayoutVars>
          <dgm:bulletEnabled val="1"/>
        </dgm:presLayoutVars>
      </dgm:prSet>
      <dgm:spPr/>
    </dgm:pt>
    <dgm:pt modelId="{39EF9F54-C9F2-49CC-B214-73A6DC86A1B7}" type="pres">
      <dgm:prSet presAssocID="{F2511732-3592-4052-A8F6-FA04434523A0}" presName="FiveNodes_4_text" presStyleLbl="node1" presStyleIdx="4" presStyleCnt="5">
        <dgm:presLayoutVars>
          <dgm:bulletEnabled val="1"/>
        </dgm:presLayoutVars>
      </dgm:prSet>
      <dgm:spPr/>
    </dgm:pt>
    <dgm:pt modelId="{67C4F7E1-BDBB-4D20-B5BC-C038FFCE4148}" type="pres">
      <dgm:prSet presAssocID="{F2511732-3592-4052-A8F6-FA04434523A0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B4A19019-3D8A-487A-9448-08447302378A}" type="presOf" srcId="{7A0E511E-1C8D-4DB8-A8A2-D4D636E9AB26}" destId="{57DE3F50-0936-4C76-8415-EBE3E1C33CEC}" srcOrd="1" destOrd="0" presId="urn:microsoft.com/office/officeart/2005/8/layout/vProcess5"/>
    <dgm:cxn modelId="{0A525B1E-A3FA-445A-A87E-2E32FB302F28}" type="presOf" srcId="{F7D93BA1-BF5B-4120-BD0E-5AA6A1FD29C1}" destId="{75C54B92-BC3A-421B-98DC-9813C3BC49EB}" srcOrd="1" destOrd="0" presId="urn:microsoft.com/office/officeart/2005/8/layout/vProcess5"/>
    <dgm:cxn modelId="{75C04132-0BAE-44C7-B51A-6337BFF53DDC}" type="presOf" srcId="{F2511732-3592-4052-A8F6-FA04434523A0}" destId="{0AD96C24-4FC8-49C0-A963-3CAD4A922145}" srcOrd="0" destOrd="0" presId="urn:microsoft.com/office/officeart/2005/8/layout/vProcess5"/>
    <dgm:cxn modelId="{456B915B-B184-454E-BCCD-A3BBF46BA11E}" srcId="{F2511732-3592-4052-A8F6-FA04434523A0}" destId="{7A0E511E-1C8D-4DB8-A8A2-D4D636E9AB26}" srcOrd="1" destOrd="0" parTransId="{DA55C8D2-36D5-450A-96A8-06BADA442586}" sibTransId="{4F2A41FE-2287-4CE7-A24D-C02538CEE423}"/>
    <dgm:cxn modelId="{FFF54C61-839C-4272-B700-B6F0D8E5A6B2}" type="presOf" srcId="{45858B51-52CE-4D5A-933F-E919244C905D}" destId="{CB9DB8BA-DF8B-4197-95AA-BEC2BE79FBEF}" srcOrd="0" destOrd="0" presId="urn:microsoft.com/office/officeart/2005/8/layout/vProcess5"/>
    <dgm:cxn modelId="{35BB6468-D3D5-46CD-8DD3-26B72AC7B743}" srcId="{F2511732-3592-4052-A8F6-FA04434523A0}" destId="{F7D93BA1-BF5B-4120-BD0E-5AA6A1FD29C1}" srcOrd="0" destOrd="0" parTransId="{591C7EBF-9579-46A5-974A-E5C8CA8169D1}" sibTransId="{8A8534D1-FE2F-46B7-A8D5-5A82C613F7E2}"/>
    <dgm:cxn modelId="{01D0117E-4138-43F5-B4C7-512D22169A64}" type="presOf" srcId="{E7CEDC42-8C23-4A66-8E74-5ED045498B6E}" destId="{C4FE9BE4-4CDE-40CD-9A0A-2C8548323025}" srcOrd="1" destOrd="0" presId="urn:microsoft.com/office/officeart/2005/8/layout/vProcess5"/>
    <dgm:cxn modelId="{A774C68C-037E-40CB-BE6A-80FE51B03114}" type="presOf" srcId="{F7D93BA1-BF5B-4120-BD0E-5AA6A1FD29C1}" destId="{08FA25F0-E6F7-4C85-9A14-2A099C2E4CB9}" srcOrd="0" destOrd="0" presId="urn:microsoft.com/office/officeart/2005/8/layout/vProcess5"/>
    <dgm:cxn modelId="{B5509E9B-F072-48E0-9B3F-0B5F0C19D2C0}" type="presOf" srcId="{31F46B95-CCDD-44BC-A69D-7F6BF44AB417}" destId="{ABA158F5-C9FD-47EB-81E7-AFAFC4B08C90}" srcOrd="0" destOrd="0" presId="urn:microsoft.com/office/officeart/2005/8/layout/vProcess5"/>
    <dgm:cxn modelId="{68BCE19B-381A-4B23-A046-76538BCD1B62}" type="presOf" srcId="{F19F613A-DF05-44B8-94E3-51687D862E7A}" destId="{83A3B5A4-8908-4519-B267-1FA23D81885C}" srcOrd="0" destOrd="0" presId="urn:microsoft.com/office/officeart/2005/8/layout/vProcess5"/>
    <dgm:cxn modelId="{80A88CB0-0F74-4448-84AF-16D852D1D22E}" type="presOf" srcId="{8A8534D1-FE2F-46B7-A8D5-5A82C613F7E2}" destId="{DB56B0E8-1914-4119-AE7E-B4BB46AA6B94}" srcOrd="0" destOrd="0" presId="urn:microsoft.com/office/officeart/2005/8/layout/vProcess5"/>
    <dgm:cxn modelId="{40B990BB-8D2D-4090-9FF4-BBCE210FE823}" type="presOf" srcId="{45858B51-52CE-4D5A-933F-E919244C905D}" destId="{67C4F7E1-BDBB-4D20-B5BC-C038FFCE4148}" srcOrd="1" destOrd="0" presId="urn:microsoft.com/office/officeart/2005/8/layout/vProcess5"/>
    <dgm:cxn modelId="{E76A4AC0-2987-4548-83A7-B5A1B60D965B}" srcId="{F2511732-3592-4052-A8F6-FA04434523A0}" destId="{45858B51-52CE-4D5A-933F-E919244C905D}" srcOrd="4" destOrd="0" parTransId="{C8C83D32-4AB6-4CD4-A8B0-591F3E5954D7}" sibTransId="{0502FB58-46AC-4688-9296-81F5D0206F9A}"/>
    <dgm:cxn modelId="{3B381CD1-69F4-4187-BBEE-B2AF74D6C5E1}" type="presOf" srcId="{7A0E511E-1C8D-4DB8-A8A2-D4D636E9AB26}" destId="{15305E84-F7DA-4EE6-9F67-B706CB400479}" srcOrd="0" destOrd="0" presId="urn:microsoft.com/office/officeart/2005/8/layout/vProcess5"/>
    <dgm:cxn modelId="{DEDB08D2-87DD-4633-A0C1-89F77C92EBC3}" srcId="{F2511732-3592-4052-A8F6-FA04434523A0}" destId="{31F46B95-CCDD-44BC-A69D-7F6BF44AB417}" srcOrd="3" destOrd="0" parTransId="{D65BBE66-496B-4168-8813-0F0D4227AFDA}" sibTransId="{F19F613A-DF05-44B8-94E3-51687D862E7A}"/>
    <dgm:cxn modelId="{19E92FD8-4788-4439-BF4C-0F4611243F1C}" type="presOf" srcId="{4F2A41FE-2287-4CE7-A24D-C02538CEE423}" destId="{79F18E56-ACD6-4473-8972-7917894D4EB9}" srcOrd="0" destOrd="0" presId="urn:microsoft.com/office/officeart/2005/8/layout/vProcess5"/>
    <dgm:cxn modelId="{D2CD31E6-F3D0-45BF-A162-CBF28664A6C6}" type="presOf" srcId="{31F46B95-CCDD-44BC-A69D-7F6BF44AB417}" destId="{39EF9F54-C9F2-49CC-B214-73A6DC86A1B7}" srcOrd="1" destOrd="0" presId="urn:microsoft.com/office/officeart/2005/8/layout/vProcess5"/>
    <dgm:cxn modelId="{DCB1B3E9-2ADA-4AE1-A1D4-6FDCDFF36B70}" srcId="{F2511732-3592-4052-A8F6-FA04434523A0}" destId="{E7CEDC42-8C23-4A66-8E74-5ED045498B6E}" srcOrd="2" destOrd="0" parTransId="{D9F37C62-C648-4316-ACAD-2D8903682F2E}" sibTransId="{2CBFE8A4-F40A-415D-854A-96C7C86E6A8E}"/>
    <dgm:cxn modelId="{DBC4D5F5-B34C-4F65-96A9-8EA39BF55724}" type="presOf" srcId="{2CBFE8A4-F40A-415D-854A-96C7C86E6A8E}" destId="{F919F025-6517-4166-AF0A-47CD5A118F40}" srcOrd="0" destOrd="0" presId="urn:microsoft.com/office/officeart/2005/8/layout/vProcess5"/>
    <dgm:cxn modelId="{137AFBFB-E49F-4144-B5AC-E634A5BCE903}" type="presOf" srcId="{E7CEDC42-8C23-4A66-8E74-5ED045498B6E}" destId="{7AE9D4C6-E674-4F7B-9258-50A9FBA24F0B}" srcOrd="0" destOrd="0" presId="urn:microsoft.com/office/officeart/2005/8/layout/vProcess5"/>
    <dgm:cxn modelId="{572FEF7E-231F-4981-940A-F57CFED404CB}" type="presParOf" srcId="{0AD96C24-4FC8-49C0-A963-3CAD4A922145}" destId="{72125DF1-AFA8-4FDF-B7F5-2D81497B12A3}" srcOrd="0" destOrd="0" presId="urn:microsoft.com/office/officeart/2005/8/layout/vProcess5"/>
    <dgm:cxn modelId="{27942AE6-78DC-4B41-9FFE-9AAFE32ED2CF}" type="presParOf" srcId="{0AD96C24-4FC8-49C0-A963-3CAD4A922145}" destId="{08FA25F0-E6F7-4C85-9A14-2A099C2E4CB9}" srcOrd="1" destOrd="0" presId="urn:microsoft.com/office/officeart/2005/8/layout/vProcess5"/>
    <dgm:cxn modelId="{054CEDCC-AC53-4EBD-B5F9-128805B280A6}" type="presParOf" srcId="{0AD96C24-4FC8-49C0-A963-3CAD4A922145}" destId="{15305E84-F7DA-4EE6-9F67-B706CB400479}" srcOrd="2" destOrd="0" presId="urn:microsoft.com/office/officeart/2005/8/layout/vProcess5"/>
    <dgm:cxn modelId="{2196E422-8B5E-4142-AF1F-D81377DDC5ED}" type="presParOf" srcId="{0AD96C24-4FC8-49C0-A963-3CAD4A922145}" destId="{7AE9D4C6-E674-4F7B-9258-50A9FBA24F0B}" srcOrd="3" destOrd="0" presId="urn:microsoft.com/office/officeart/2005/8/layout/vProcess5"/>
    <dgm:cxn modelId="{3F0A2A9B-E2EF-41D5-86DE-C281CD6BF41E}" type="presParOf" srcId="{0AD96C24-4FC8-49C0-A963-3CAD4A922145}" destId="{ABA158F5-C9FD-47EB-81E7-AFAFC4B08C90}" srcOrd="4" destOrd="0" presId="urn:microsoft.com/office/officeart/2005/8/layout/vProcess5"/>
    <dgm:cxn modelId="{E39D1947-DBB6-4433-B9CC-EFD4A72652ED}" type="presParOf" srcId="{0AD96C24-4FC8-49C0-A963-3CAD4A922145}" destId="{CB9DB8BA-DF8B-4197-95AA-BEC2BE79FBEF}" srcOrd="5" destOrd="0" presId="urn:microsoft.com/office/officeart/2005/8/layout/vProcess5"/>
    <dgm:cxn modelId="{31246826-B9DF-4A16-B2C7-AAB9100A3726}" type="presParOf" srcId="{0AD96C24-4FC8-49C0-A963-3CAD4A922145}" destId="{DB56B0E8-1914-4119-AE7E-B4BB46AA6B94}" srcOrd="6" destOrd="0" presId="urn:microsoft.com/office/officeart/2005/8/layout/vProcess5"/>
    <dgm:cxn modelId="{87A5F7C1-6BB3-4C1F-BACB-98D312EB5F7C}" type="presParOf" srcId="{0AD96C24-4FC8-49C0-A963-3CAD4A922145}" destId="{79F18E56-ACD6-4473-8972-7917894D4EB9}" srcOrd="7" destOrd="0" presId="urn:microsoft.com/office/officeart/2005/8/layout/vProcess5"/>
    <dgm:cxn modelId="{215CC112-DE62-496E-9203-E6291F495214}" type="presParOf" srcId="{0AD96C24-4FC8-49C0-A963-3CAD4A922145}" destId="{F919F025-6517-4166-AF0A-47CD5A118F40}" srcOrd="8" destOrd="0" presId="urn:microsoft.com/office/officeart/2005/8/layout/vProcess5"/>
    <dgm:cxn modelId="{8A9063BE-775C-4D5E-A7EB-2544F107C22C}" type="presParOf" srcId="{0AD96C24-4FC8-49C0-A963-3CAD4A922145}" destId="{83A3B5A4-8908-4519-B267-1FA23D81885C}" srcOrd="9" destOrd="0" presId="urn:microsoft.com/office/officeart/2005/8/layout/vProcess5"/>
    <dgm:cxn modelId="{395107B5-AAAA-41EF-BF1F-6E42CF7EE6C4}" type="presParOf" srcId="{0AD96C24-4FC8-49C0-A963-3CAD4A922145}" destId="{75C54B92-BC3A-421B-98DC-9813C3BC49EB}" srcOrd="10" destOrd="0" presId="urn:microsoft.com/office/officeart/2005/8/layout/vProcess5"/>
    <dgm:cxn modelId="{668966A0-6073-4D8F-99C6-2DD993A39338}" type="presParOf" srcId="{0AD96C24-4FC8-49C0-A963-3CAD4A922145}" destId="{57DE3F50-0936-4C76-8415-EBE3E1C33CEC}" srcOrd="11" destOrd="0" presId="urn:microsoft.com/office/officeart/2005/8/layout/vProcess5"/>
    <dgm:cxn modelId="{9002AAE9-4190-4AD5-9406-393BC840682D}" type="presParOf" srcId="{0AD96C24-4FC8-49C0-A963-3CAD4A922145}" destId="{C4FE9BE4-4CDE-40CD-9A0A-2C8548323025}" srcOrd="12" destOrd="0" presId="urn:microsoft.com/office/officeart/2005/8/layout/vProcess5"/>
    <dgm:cxn modelId="{C8A065D5-B059-492B-885A-58EF417AE98B}" type="presParOf" srcId="{0AD96C24-4FC8-49C0-A963-3CAD4A922145}" destId="{39EF9F54-C9F2-49CC-B214-73A6DC86A1B7}" srcOrd="13" destOrd="0" presId="urn:microsoft.com/office/officeart/2005/8/layout/vProcess5"/>
    <dgm:cxn modelId="{349E9BAE-7BAF-4B19-A9B9-00749DD1334A}" type="presParOf" srcId="{0AD96C24-4FC8-49C0-A963-3CAD4A922145}" destId="{67C4F7E1-BDBB-4D20-B5BC-C038FFCE4148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A92E59D-A2E0-4432-A93C-36484749873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4EED549-AD88-4A04-949C-71BBA5C7876D}">
      <dgm:prSet/>
      <dgm:spPr/>
      <dgm:t>
        <a:bodyPr/>
        <a:lstStyle/>
        <a:p>
          <a:pPr>
            <a:defRPr b="1"/>
          </a:pPr>
          <a:r>
            <a:rPr lang="en-US" b="1"/>
            <a:t>Speaker Notes:</a:t>
          </a:r>
          <a:endParaRPr lang="en-US"/>
        </a:p>
      </dgm:t>
    </dgm:pt>
    <dgm:pt modelId="{79FC0028-D6DA-4E7A-A785-44056E6A1989}" type="parTrans" cxnId="{131E96A7-669B-4D5F-AFE9-B27A85AAEE76}">
      <dgm:prSet/>
      <dgm:spPr/>
      <dgm:t>
        <a:bodyPr/>
        <a:lstStyle/>
        <a:p>
          <a:endParaRPr lang="en-US"/>
        </a:p>
      </dgm:t>
    </dgm:pt>
    <dgm:pt modelId="{D95B257A-62B0-4E4B-B6BF-907176C4A14C}" type="sibTrans" cxnId="{131E96A7-669B-4D5F-AFE9-B27A85AAEE76}">
      <dgm:prSet/>
      <dgm:spPr/>
      <dgm:t>
        <a:bodyPr/>
        <a:lstStyle/>
        <a:p>
          <a:endParaRPr lang="en-US"/>
        </a:p>
      </dgm:t>
    </dgm:pt>
    <dgm:pt modelId="{84D9EE4A-072A-4639-B3B8-8884C9EED526}">
      <dgm:prSet/>
      <dgm:spPr/>
      <dgm:t>
        <a:bodyPr/>
        <a:lstStyle/>
        <a:p>
          <a:pPr>
            <a:defRPr b="1"/>
          </a:pPr>
          <a:r>
            <a:rPr lang="en-US"/>
            <a:t>Demonstrate:</a:t>
          </a:r>
        </a:p>
      </dgm:t>
    </dgm:pt>
    <dgm:pt modelId="{2094D715-AB87-4D05-8988-7A4A8A0CF650}" type="parTrans" cxnId="{0E1BD5D7-70CC-48C8-ABAB-C81DCBFA2B87}">
      <dgm:prSet/>
      <dgm:spPr/>
      <dgm:t>
        <a:bodyPr/>
        <a:lstStyle/>
        <a:p>
          <a:endParaRPr lang="en-US"/>
        </a:p>
      </dgm:t>
    </dgm:pt>
    <dgm:pt modelId="{FFD489C7-3EFD-4E44-9861-6756C7E5CAE0}" type="sibTrans" cxnId="{0E1BD5D7-70CC-48C8-ABAB-C81DCBFA2B87}">
      <dgm:prSet/>
      <dgm:spPr/>
      <dgm:t>
        <a:bodyPr/>
        <a:lstStyle/>
        <a:p>
          <a:endParaRPr lang="en-US"/>
        </a:p>
      </dgm:t>
    </dgm:pt>
    <dgm:pt modelId="{192B32D0-C8E2-4082-9159-CAF5E0FE96C9}">
      <dgm:prSet/>
      <dgm:spPr/>
      <dgm:t>
        <a:bodyPr/>
        <a:lstStyle/>
        <a:p>
          <a:r>
            <a:rPr lang="en-US"/>
            <a:t>Lecturer claim submission</a:t>
          </a:r>
        </a:p>
      </dgm:t>
    </dgm:pt>
    <dgm:pt modelId="{D811CAB1-3523-415E-97B6-384D06D35B81}" type="parTrans" cxnId="{22D5D5DD-E674-4D73-A830-F24070E580FB}">
      <dgm:prSet/>
      <dgm:spPr/>
      <dgm:t>
        <a:bodyPr/>
        <a:lstStyle/>
        <a:p>
          <a:endParaRPr lang="en-US"/>
        </a:p>
      </dgm:t>
    </dgm:pt>
    <dgm:pt modelId="{32327908-7CDE-4BC2-87DA-9E6D419D475A}" type="sibTrans" cxnId="{22D5D5DD-E674-4D73-A830-F24070E580FB}">
      <dgm:prSet/>
      <dgm:spPr/>
      <dgm:t>
        <a:bodyPr/>
        <a:lstStyle/>
        <a:p>
          <a:endParaRPr lang="en-US"/>
        </a:p>
      </dgm:t>
    </dgm:pt>
    <dgm:pt modelId="{E0351520-5F0B-4E21-8B89-363CBEFEC3BE}">
      <dgm:prSet/>
      <dgm:spPr/>
      <dgm:t>
        <a:bodyPr/>
        <a:lstStyle/>
        <a:p>
          <a:r>
            <a:rPr lang="en-US"/>
            <a:t>Coordinator approval</a:t>
          </a:r>
        </a:p>
      </dgm:t>
    </dgm:pt>
    <dgm:pt modelId="{F8D79733-5D55-4043-AF5F-A94E2D27D516}" type="parTrans" cxnId="{287FA80B-F7F6-4060-8BB2-62D7ACF72B4B}">
      <dgm:prSet/>
      <dgm:spPr/>
      <dgm:t>
        <a:bodyPr/>
        <a:lstStyle/>
        <a:p>
          <a:endParaRPr lang="en-US"/>
        </a:p>
      </dgm:t>
    </dgm:pt>
    <dgm:pt modelId="{0427E5CB-0288-467C-AE2A-3DD5554084D9}" type="sibTrans" cxnId="{287FA80B-F7F6-4060-8BB2-62D7ACF72B4B}">
      <dgm:prSet/>
      <dgm:spPr/>
      <dgm:t>
        <a:bodyPr/>
        <a:lstStyle/>
        <a:p>
          <a:endParaRPr lang="en-US"/>
        </a:p>
      </dgm:t>
    </dgm:pt>
    <dgm:pt modelId="{7CEFAC81-552A-4F31-8B26-467BC760663F}">
      <dgm:prSet/>
      <dgm:spPr/>
      <dgm:t>
        <a:bodyPr/>
        <a:lstStyle/>
        <a:p>
          <a:r>
            <a:rPr lang="en-US"/>
            <a:t>Manager approval</a:t>
          </a:r>
        </a:p>
      </dgm:t>
    </dgm:pt>
    <dgm:pt modelId="{668B7D26-588A-460F-B857-D989E4B6A703}" type="parTrans" cxnId="{B43D91D6-87B3-4604-B0C7-E299D41EB590}">
      <dgm:prSet/>
      <dgm:spPr/>
      <dgm:t>
        <a:bodyPr/>
        <a:lstStyle/>
        <a:p>
          <a:endParaRPr lang="en-US"/>
        </a:p>
      </dgm:t>
    </dgm:pt>
    <dgm:pt modelId="{40B0827A-0EC4-4569-84F2-8B7B319C9E7E}" type="sibTrans" cxnId="{B43D91D6-87B3-4604-B0C7-E299D41EB590}">
      <dgm:prSet/>
      <dgm:spPr/>
      <dgm:t>
        <a:bodyPr/>
        <a:lstStyle/>
        <a:p>
          <a:endParaRPr lang="en-US"/>
        </a:p>
      </dgm:t>
    </dgm:pt>
    <dgm:pt modelId="{676C26E5-EDCC-4805-80C2-8685A20CD9F2}">
      <dgm:prSet/>
      <dgm:spPr/>
      <dgm:t>
        <a:bodyPr/>
        <a:lstStyle/>
        <a:p>
          <a:r>
            <a:rPr lang="en-US"/>
            <a:t>HR user management</a:t>
          </a:r>
        </a:p>
      </dgm:t>
    </dgm:pt>
    <dgm:pt modelId="{2A4BEEC2-0F16-4A36-9955-3101E2F4E769}" type="parTrans" cxnId="{3D8F90E7-3474-40F2-BDFC-F3EE148BB263}">
      <dgm:prSet/>
      <dgm:spPr/>
      <dgm:t>
        <a:bodyPr/>
        <a:lstStyle/>
        <a:p>
          <a:endParaRPr lang="en-US"/>
        </a:p>
      </dgm:t>
    </dgm:pt>
    <dgm:pt modelId="{987D3C3E-1631-41AF-81A7-7375B50D401D}" type="sibTrans" cxnId="{3D8F90E7-3474-40F2-BDFC-F3EE148BB263}">
      <dgm:prSet/>
      <dgm:spPr/>
      <dgm:t>
        <a:bodyPr/>
        <a:lstStyle/>
        <a:p>
          <a:endParaRPr lang="en-US"/>
        </a:p>
      </dgm:t>
    </dgm:pt>
    <dgm:pt modelId="{87482206-20CC-44E5-AB65-3AD13AF1F4E6}">
      <dgm:prSet/>
      <dgm:spPr/>
      <dgm:t>
        <a:bodyPr/>
        <a:lstStyle/>
        <a:p>
          <a:r>
            <a:rPr lang="en-US"/>
            <a:t>CSV export</a:t>
          </a:r>
        </a:p>
      </dgm:t>
    </dgm:pt>
    <dgm:pt modelId="{E44DA004-BC32-48ED-A1D8-B76BA7A3C8C5}" type="parTrans" cxnId="{05441AD7-0345-4A5D-B969-F4506B3DB943}">
      <dgm:prSet/>
      <dgm:spPr/>
      <dgm:t>
        <a:bodyPr/>
        <a:lstStyle/>
        <a:p>
          <a:endParaRPr lang="en-US"/>
        </a:p>
      </dgm:t>
    </dgm:pt>
    <dgm:pt modelId="{26796E94-1AAC-4DC1-9ABC-3B72D5404DFE}" type="sibTrans" cxnId="{05441AD7-0345-4A5D-B969-F4506B3DB943}">
      <dgm:prSet/>
      <dgm:spPr/>
      <dgm:t>
        <a:bodyPr/>
        <a:lstStyle/>
        <a:p>
          <a:endParaRPr lang="en-US"/>
        </a:p>
      </dgm:t>
    </dgm:pt>
    <dgm:pt modelId="{7F960C7E-75BC-4E7B-974F-C28DD4E9FD35}" type="pres">
      <dgm:prSet presAssocID="{2A92E59D-A2E0-4432-A93C-364847498733}" presName="root" presStyleCnt="0">
        <dgm:presLayoutVars>
          <dgm:dir/>
          <dgm:resizeHandles val="exact"/>
        </dgm:presLayoutVars>
      </dgm:prSet>
      <dgm:spPr/>
    </dgm:pt>
    <dgm:pt modelId="{9A4FEEFC-473D-4A82-9491-D65E450B95DF}" type="pres">
      <dgm:prSet presAssocID="{D4EED549-AD88-4A04-949C-71BBA5C7876D}" presName="compNode" presStyleCnt="0"/>
      <dgm:spPr/>
    </dgm:pt>
    <dgm:pt modelId="{EAC35B4D-C480-4C7C-B3B8-0380A61973B4}" type="pres">
      <dgm:prSet presAssocID="{D4EED549-AD88-4A04-949C-71BBA5C7876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te Speaker"/>
        </a:ext>
      </dgm:extLst>
    </dgm:pt>
    <dgm:pt modelId="{3421CE5B-E17D-4BC8-BFA0-62556AFA986F}" type="pres">
      <dgm:prSet presAssocID="{D4EED549-AD88-4A04-949C-71BBA5C7876D}" presName="iconSpace" presStyleCnt="0"/>
      <dgm:spPr/>
    </dgm:pt>
    <dgm:pt modelId="{9BA6E44C-0C20-4CE0-B4DF-8CDDFE60BF77}" type="pres">
      <dgm:prSet presAssocID="{D4EED549-AD88-4A04-949C-71BBA5C7876D}" presName="parTx" presStyleLbl="revTx" presStyleIdx="0" presStyleCnt="4">
        <dgm:presLayoutVars>
          <dgm:chMax val="0"/>
          <dgm:chPref val="0"/>
        </dgm:presLayoutVars>
      </dgm:prSet>
      <dgm:spPr/>
    </dgm:pt>
    <dgm:pt modelId="{7ADDE641-D0CE-4F91-9631-97D1697AED5D}" type="pres">
      <dgm:prSet presAssocID="{D4EED549-AD88-4A04-949C-71BBA5C7876D}" presName="txSpace" presStyleCnt="0"/>
      <dgm:spPr/>
    </dgm:pt>
    <dgm:pt modelId="{868EAA7B-2132-4E6C-8788-072093EA1576}" type="pres">
      <dgm:prSet presAssocID="{D4EED549-AD88-4A04-949C-71BBA5C7876D}" presName="desTx" presStyleLbl="revTx" presStyleIdx="1" presStyleCnt="4">
        <dgm:presLayoutVars/>
      </dgm:prSet>
      <dgm:spPr/>
    </dgm:pt>
    <dgm:pt modelId="{06F73417-500E-4374-A879-6EA9642C9ABF}" type="pres">
      <dgm:prSet presAssocID="{D95B257A-62B0-4E4B-B6BF-907176C4A14C}" presName="sibTrans" presStyleCnt="0"/>
      <dgm:spPr/>
    </dgm:pt>
    <dgm:pt modelId="{30946430-97C6-46DF-A54E-C4BECE3966BA}" type="pres">
      <dgm:prSet presAssocID="{84D9EE4A-072A-4639-B3B8-8884C9EED526}" presName="compNode" presStyleCnt="0"/>
      <dgm:spPr/>
    </dgm:pt>
    <dgm:pt modelId="{06C5FB20-4C86-44C8-B4EE-F78FE06A57E2}" type="pres">
      <dgm:prSet presAssocID="{84D9EE4A-072A-4639-B3B8-8884C9EED52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084454F-0C77-4470-B474-073CCCDC3BC5}" type="pres">
      <dgm:prSet presAssocID="{84D9EE4A-072A-4639-B3B8-8884C9EED526}" presName="iconSpace" presStyleCnt="0"/>
      <dgm:spPr/>
    </dgm:pt>
    <dgm:pt modelId="{E4102FB6-E155-4060-B02A-083E8D4FF622}" type="pres">
      <dgm:prSet presAssocID="{84D9EE4A-072A-4639-B3B8-8884C9EED526}" presName="parTx" presStyleLbl="revTx" presStyleIdx="2" presStyleCnt="4">
        <dgm:presLayoutVars>
          <dgm:chMax val="0"/>
          <dgm:chPref val="0"/>
        </dgm:presLayoutVars>
      </dgm:prSet>
      <dgm:spPr/>
    </dgm:pt>
    <dgm:pt modelId="{556B058C-2468-4139-BB8D-8B75A09DCE63}" type="pres">
      <dgm:prSet presAssocID="{84D9EE4A-072A-4639-B3B8-8884C9EED526}" presName="txSpace" presStyleCnt="0"/>
      <dgm:spPr/>
    </dgm:pt>
    <dgm:pt modelId="{3DD883B4-5746-41B1-8E5E-95EF3CE20529}" type="pres">
      <dgm:prSet presAssocID="{84D9EE4A-072A-4639-B3B8-8884C9EED526}" presName="desTx" presStyleLbl="revTx" presStyleIdx="3" presStyleCnt="4">
        <dgm:presLayoutVars/>
      </dgm:prSet>
      <dgm:spPr/>
    </dgm:pt>
  </dgm:ptLst>
  <dgm:cxnLst>
    <dgm:cxn modelId="{287FA80B-F7F6-4060-8BB2-62D7ACF72B4B}" srcId="{84D9EE4A-072A-4639-B3B8-8884C9EED526}" destId="{E0351520-5F0B-4E21-8B89-363CBEFEC3BE}" srcOrd="1" destOrd="0" parTransId="{F8D79733-5D55-4043-AF5F-A94E2D27D516}" sibTransId="{0427E5CB-0288-467C-AE2A-3DD5554084D9}"/>
    <dgm:cxn modelId="{E78DCB0C-B495-4126-B151-8BC58E43116F}" type="presOf" srcId="{2A92E59D-A2E0-4432-A93C-364847498733}" destId="{7F960C7E-75BC-4E7B-974F-C28DD4E9FD35}" srcOrd="0" destOrd="0" presId="urn:microsoft.com/office/officeart/2018/5/layout/CenteredIconLabelDescriptionList"/>
    <dgm:cxn modelId="{2F91C814-2734-41D8-A190-0A0AB906845D}" type="presOf" srcId="{E0351520-5F0B-4E21-8B89-363CBEFEC3BE}" destId="{3DD883B4-5746-41B1-8E5E-95EF3CE20529}" srcOrd="0" destOrd="1" presId="urn:microsoft.com/office/officeart/2018/5/layout/CenteredIconLabelDescriptionList"/>
    <dgm:cxn modelId="{63FD251D-17CA-4B27-A03B-78F3D2216AAC}" type="presOf" srcId="{84D9EE4A-072A-4639-B3B8-8884C9EED526}" destId="{E4102FB6-E155-4060-B02A-083E8D4FF622}" srcOrd="0" destOrd="0" presId="urn:microsoft.com/office/officeart/2018/5/layout/CenteredIconLabelDescriptionList"/>
    <dgm:cxn modelId="{532D2D66-8CC0-4CD7-BADC-F35D094B3B3A}" type="presOf" srcId="{192B32D0-C8E2-4082-9159-CAF5E0FE96C9}" destId="{3DD883B4-5746-41B1-8E5E-95EF3CE20529}" srcOrd="0" destOrd="0" presId="urn:microsoft.com/office/officeart/2018/5/layout/CenteredIconLabelDescriptionList"/>
    <dgm:cxn modelId="{CA698C86-646B-4127-B7D5-D05A4C76754B}" type="presOf" srcId="{7CEFAC81-552A-4F31-8B26-467BC760663F}" destId="{3DD883B4-5746-41B1-8E5E-95EF3CE20529}" srcOrd="0" destOrd="2" presId="urn:microsoft.com/office/officeart/2018/5/layout/CenteredIconLabelDescriptionList"/>
    <dgm:cxn modelId="{CE908991-6B61-4EAC-8DB9-2939C084A13C}" type="presOf" srcId="{87482206-20CC-44E5-AB65-3AD13AF1F4E6}" destId="{3DD883B4-5746-41B1-8E5E-95EF3CE20529}" srcOrd="0" destOrd="4" presId="urn:microsoft.com/office/officeart/2018/5/layout/CenteredIconLabelDescriptionList"/>
    <dgm:cxn modelId="{131E96A7-669B-4D5F-AFE9-B27A85AAEE76}" srcId="{2A92E59D-A2E0-4432-A93C-364847498733}" destId="{D4EED549-AD88-4A04-949C-71BBA5C7876D}" srcOrd="0" destOrd="0" parTransId="{79FC0028-D6DA-4E7A-A785-44056E6A1989}" sibTransId="{D95B257A-62B0-4E4B-B6BF-907176C4A14C}"/>
    <dgm:cxn modelId="{B43D91D6-87B3-4604-B0C7-E299D41EB590}" srcId="{84D9EE4A-072A-4639-B3B8-8884C9EED526}" destId="{7CEFAC81-552A-4F31-8B26-467BC760663F}" srcOrd="2" destOrd="0" parTransId="{668B7D26-588A-460F-B857-D989E4B6A703}" sibTransId="{40B0827A-0EC4-4569-84F2-8B7B319C9E7E}"/>
    <dgm:cxn modelId="{05441AD7-0345-4A5D-B969-F4506B3DB943}" srcId="{84D9EE4A-072A-4639-B3B8-8884C9EED526}" destId="{87482206-20CC-44E5-AB65-3AD13AF1F4E6}" srcOrd="4" destOrd="0" parTransId="{E44DA004-BC32-48ED-A1D8-B76BA7A3C8C5}" sibTransId="{26796E94-1AAC-4DC1-9ABC-3B72D5404DFE}"/>
    <dgm:cxn modelId="{0E1BD5D7-70CC-48C8-ABAB-C81DCBFA2B87}" srcId="{2A92E59D-A2E0-4432-A93C-364847498733}" destId="{84D9EE4A-072A-4639-B3B8-8884C9EED526}" srcOrd="1" destOrd="0" parTransId="{2094D715-AB87-4D05-8988-7A4A8A0CF650}" sibTransId="{FFD489C7-3EFD-4E44-9861-6756C7E5CAE0}"/>
    <dgm:cxn modelId="{BCC690D9-9FF2-4D87-9D3D-5107BEAC2574}" type="presOf" srcId="{676C26E5-EDCC-4805-80C2-8685A20CD9F2}" destId="{3DD883B4-5746-41B1-8E5E-95EF3CE20529}" srcOrd="0" destOrd="3" presId="urn:microsoft.com/office/officeart/2018/5/layout/CenteredIconLabelDescriptionList"/>
    <dgm:cxn modelId="{22D5D5DD-E674-4D73-A830-F24070E580FB}" srcId="{84D9EE4A-072A-4639-B3B8-8884C9EED526}" destId="{192B32D0-C8E2-4082-9159-CAF5E0FE96C9}" srcOrd="0" destOrd="0" parTransId="{D811CAB1-3523-415E-97B6-384D06D35B81}" sibTransId="{32327908-7CDE-4BC2-87DA-9E6D419D475A}"/>
    <dgm:cxn modelId="{3D8F90E7-3474-40F2-BDFC-F3EE148BB263}" srcId="{84D9EE4A-072A-4639-B3B8-8884C9EED526}" destId="{676C26E5-EDCC-4805-80C2-8685A20CD9F2}" srcOrd="3" destOrd="0" parTransId="{2A4BEEC2-0F16-4A36-9955-3101E2F4E769}" sibTransId="{987D3C3E-1631-41AF-81A7-7375B50D401D}"/>
    <dgm:cxn modelId="{F62C21EC-53D3-4486-8BC2-8AEE106134F8}" type="presOf" srcId="{D4EED549-AD88-4A04-949C-71BBA5C7876D}" destId="{9BA6E44C-0C20-4CE0-B4DF-8CDDFE60BF77}" srcOrd="0" destOrd="0" presId="urn:microsoft.com/office/officeart/2018/5/layout/CenteredIconLabelDescriptionList"/>
    <dgm:cxn modelId="{523BF444-C061-4D00-B525-55ADAB7CDD21}" type="presParOf" srcId="{7F960C7E-75BC-4E7B-974F-C28DD4E9FD35}" destId="{9A4FEEFC-473D-4A82-9491-D65E450B95DF}" srcOrd="0" destOrd="0" presId="urn:microsoft.com/office/officeart/2018/5/layout/CenteredIconLabelDescriptionList"/>
    <dgm:cxn modelId="{7C74B3F3-D3A0-4078-A255-12368A4BF5C1}" type="presParOf" srcId="{9A4FEEFC-473D-4A82-9491-D65E450B95DF}" destId="{EAC35B4D-C480-4C7C-B3B8-0380A61973B4}" srcOrd="0" destOrd="0" presId="urn:microsoft.com/office/officeart/2018/5/layout/CenteredIconLabelDescriptionList"/>
    <dgm:cxn modelId="{E16B47A2-A24D-4ED2-935A-353989FFA8A2}" type="presParOf" srcId="{9A4FEEFC-473D-4A82-9491-D65E450B95DF}" destId="{3421CE5B-E17D-4BC8-BFA0-62556AFA986F}" srcOrd="1" destOrd="0" presId="urn:microsoft.com/office/officeart/2018/5/layout/CenteredIconLabelDescriptionList"/>
    <dgm:cxn modelId="{DCF445B2-8772-4457-A16C-B14AE69DA590}" type="presParOf" srcId="{9A4FEEFC-473D-4A82-9491-D65E450B95DF}" destId="{9BA6E44C-0C20-4CE0-B4DF-8CDDFE60BF77}" srcOrd="2" destOrd="0" presId="urn:microsoft.com/office/officeart/2018/5/layout/CenteredIconLabelDescriptionList"/>
    <dgm:cxn modelId="{268FE857-940A-46DE-9B5E-8B85B2979A69}" type="presParOf" srcId="{9A4FEEFC-473D-4A82-9491-D65E450B95DF}" destId="{7ADDE641-D0CE-4F91-9631-97D1697AED5D}" srcOrd="3" destOrd="0" presId="urn:microsoft.com/office/officeart/2018/5/layout/CenteredIconLabelDescriptionList"/>
    <dgm:cxn modelId="{9A3772EF-EBD5-4BD5-BA0D-D36522F7D8EB}" type="presParOf" srcId="{9A4FEEFC-473D-4A82-9491-D65E450B95DF}" destId="{868EAA7B-2132-4E6C-8788-072093EA1576}" srcOrd="4" destOrd="0" presId="urn:microsoft.com/office/officeart/2018/5/layout/CenteredIconLabelDescriptionList"/>
    <dgm:cxn modelId="{C7F9A629-50FF-40DF-893C-A219046CC047}" type="presParOf" srcId="{7F960C7E-75BC-4E7B-974F-C28DD4E9FD35}" destId="{06F73417-500E-4374-A879-6EA9642C9ABF}" srcOrd="1" destOrd="0" presId="urn:microsoft.com/office/officeart/2018/5/layout/CenteredIconLabelDescriptionList"/>
    <dgm:cxn modelId="{B8193D10-AB26-4693-AD5E-14AC382C7F2E}" type="presParOf" srcId="{7F960C7E-75BC-4E7B-974F-C28DD4E9FD35}" destId="{30946430-97C6-46DF-A54E-C4BECE3966BA}" srcOrd="2" destOrd="0" presId="urn:microsoft.com/office/officeart/2018/5/layout/CenteredIconLabelDescriptionList"/>
    <dgm:cxn modelId="{70C69BBD-D658-4334-95C3-35B9B5CBA2A3}" type="presParOf" srcId="{30946430-97C6-46DF-A54E-C4BECE3966BA}" destId="{06C5FB20-4C86-44C8-B4EE-F78FE06A57E2}" srcOrd="0" destOrd="0" presId="urn:microsoft.com/office/officeart/2018/5/layout/CenteredIconLabelDescriptionList"/>
    <dgm:cxn modelId="{C01877F0-0720-4218-A2F3-508C28B7E320}" type="presParOf" srcId="{30946430-97C6-46DF-A54E-C4BECE3966BA}" destId="{2084454F-0C77-4470-B474-073CCCDC3BC5}" srcOrd="1" destOrd="0" presId="urn:microsoft.com/office/officeart/2018/5/layout/CenteredIconLabelDescriptionList"/>
    <dgm:cxn modelId="{AE37B1AC-7C24-4270-8E80-37BCF9A5DAF2}" type="presParOf" srcId="{30946430-97C6-46DF-A54E-C4BECE3966BA}" destId="{E4102FB6-E155-4060-B02A-083E8D4FF622}" srcOrd="2" destOrd="0" presId="urn:microsoft.com/office/officeart/2018/5/layout/CenteredIconLabelDescriptionList"/>
    <dgm:cxn modelId="{A1E9AB14-3F53-4E5E-85C1-CB97E5448FC0}" type="presParOf" srcId="{30946430-97C6-46DF-A54E-C4BECE3966BA}" destId="{556B058C-2468-4139-BB8D-8B75A09DCE63}" srcOrd="3" destOrd="0" presId="urn:microsoft.com/office/officeart/2018/5/layout/CenteredIconLabelDescriptionList"/>
    <dgm:cxn modelId="{073EEF27-95C6-42E2-9688-8829E7827252}" type="presParOf" srcId="{30946430-97C6-46DF-A54E-C4BECE3966BA}" destId="{3DD883B4-5746-41B1-8E5E-95EF3CE2052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9EA955-16F2-468F-857A-13E4CABF9036}">
      <dsp:nvSpPr>
        <dsp:cNvPr id="0" name=""/>
        <dsp:cNvSpPr/>
      </dsp:nvSpPr>
      <dsp:spPr>
        <a:xfrm>
          <a:off x="629986" y="536092"/>
          <a:ext cx="667492" cy="6674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D7AC6E-27A3-4F40-9443-38652C5B7A36}">
      <dsp:nvSpPr>
        <dsp:cNvPr id="0" name=""/>
        <dsp:cNvSpPr/>
      </dsp:nvSpPr>
      <dsp:spPr>
        <a:xfrm>
          <a:off x="10172" y="1318251"/>
          <a:ext cx="1907120" cy="5771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Feedback Received From Lecturer:</a:t>
          </a:r>
          <a:endParaRPr lang="en-US" sz="1400" kern="1200"/>
        </a:p>
      </dsp:txBody>
      <dsp:txXfrm>
        <a:off x="10172" y="1318251"/>
        <a:ext cx="1907120" cy="577169"/>
      </dsp:txXfrm>
    </dsp:sp>
    <dsp:sp modelId="{6F7E81ED-7580-4F5E-BD5D-C3F4549995F8}">
      <dsp:nvSpPr>
        <dsp:cNvPr id="0" name=""/>
        <dsp:cNvSpPr/>
      </dsp:nvSpPr>
      <dsp:spPr>
        <a:xfrm>
          <a:off x="10172" y="1948754"/>
          <a:ext cx="1907120" cy="1254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C8E0E8-EAAF-46A5-A1DB-43FF9D5BA376}">
      <dsp:nvSpPr>
        <dsp:cNvPr id="0" name=""/>
        <dsp:cNvSpPr/>
      </dsp:nvSpPr>
      <dsp:spPr>
        <a:xfrm>
          <a:off x="2870852" y="435575"/>
          <a:ext cx="667492" cy="6674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9D92D8-498B-42E0-8287-4B8D3E8445EE}">
      <dsp:nvSpPr>
        <dsp:cNvPr id="0" name=""/>
        <dsp:cNvSpPr/>
      </dsp:nvSpPr>
      <dsp:spPr>
        <a:xfrm>
          <a:off x="2251038" y="1226378"/>
          <a:ext cx="1907120" cy="5771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Hourly rate must allow values above 500</a:t>
          </a:r>
          <a:endParaRPr lang="en-US" sz="1400" kern="1200"/>
        </a:p>
      </dsp:txBody>
      <dsp:txXfrm>
        <a:off x="2251038" y="1226378"/>
        <a:ext cx="1907120" cy="577169"/>
      </dsp:txXfrm>
    </dsp:sp>
    <dsp:sp modelId="{08BF3B2C-6C0B-45B3-B34E-7E86555B1F5B}">
      <dsp:nvSpPr>
        <dsp:cNvPr id="0" name=""/>
        <dsp:cNvSpPr/>
      </dsp:nvSpPr>
      <dsp:spPr>
        <a:xfrm>
          <a:off x="2251038" y="1860902"/>
          <a:ext cx="1907120" cy="1442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 Part 2 the hourly rate was manually entered and restricted.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For Part 3, the lecturer requested that the hourly rate </a:t>
          </a:r>
          <a:r>
            <a:rPr lang="en-US" sz="1100" b="1" kern="1200"/>
            <a:t>should now be assigned from the user profile automatically</a:t>
          </a:r>
          <a:r>
            <a:rPr lang="en-US" sz="1100" kern="1200"/>
            <a:t> and not entered on the claim form.</a:t>
          </a:r>
        </a:p>
      </dsp:txBody>
      <dsp:txXfrm>
        <a:off x="2251038" y="1860902"/>
        <a:ext cx="1907120" cy="1442385"/>
      </dsp:txXfrm>
    </dsp:sp>
    <dsp:sp modelId="{06E9893A-350F-4B22-813E-076B0D7D6859}">
      <dsp:nvSpPr>
        <dsp:cNvPr id="0" name=""/>
        <dsp:cNvSpPr/>
      </dsp:nvSpPr>
      <dsp:spPr>
        <a:xfrm>
          <a:off x="5111718" y="435575"/>
          <a:ext cx="667492" cy="6674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CE1642-1BF5-48EE-A6EE-99B3164464E8}">
      <dsp:nvSpPr>
        <dsp:cNvPr id="0" name=""/>
        <dsp:cNvSpPr/>
      </dsp:nvSpPr>
      <dsp:spPr>
        <a:xfrm>
          <a:off x="4491904" y="1226378"/>
          <a:ext cx="1907120" cy="5771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Document list display must be improved</a:t>
          </a:r>
          <a:endParaRPr lang="en-US" sz="1400" kern="1200"/>
        </a:p>
      </dsp:txBody>
      <dsp:txXfrm>
        <a:off x="4491904" y="1226378"/>
        <a:ext cx="1907120" cy="577169"/>
      </dsp:txXfrm>
    </dsp:sp>
    <dsp:sp modelId="{6CE57F14-1A45-4777-822B-8229869EDEBF}">
      <dsp:nvSpPr>
        <dsp:cNvPr id="0" name=""/>
        <dsp:cNvSpPr/>
      </dsp:nvSpPr>
      <dsp:spPr>
        <a:xfrm>
          <a:off x="4491904" y="1860902"/>
          <a:ext cx="1907120" cy="1442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Long filenames caused the table layout to break.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Instead of showing the full filename, the system must show a </a:t>
          </a:r>
          <a:r>
            <a:rPr lang="en-US" sz="1100" b="1" kern="1200"/>
            <a:t>Download / View Document button</a:t>
          </a:r>
          <a:r>
            <a:rPr lang="en-US" sz="1100" kern="1200"/>
            <a:t>.</a:t>
          </a:r>
        </a:p>
      </dsp:txBody>
      <dsp:txXfrm>
        <a:off x="4491904" y="1860902"/>
        <a:ext cx="1907120" cy="1442385"/>
      </dsp:txXfrm>
    </dsp:sp>
    <dsp:sp modelId="{D39A5068-2A56-4712-B53B-546866C1011E}">
      <dsp:nvSpPr>
        <dsp:cNvPr id="0" name=""/>
        <dsp:cNvSpPr/>
      </dsp:nvSpPr>
      <dsp:spPr>
        <a:xfrm>
          <a:off x="7352584" y="435575"/>
          <a:ext cx="667492" cy="6674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4270C8-7358-4850-9B92-613E8732516D}">
      <dsp:nvSpPr>
        <dsp:cNvPr id="0" name=""/>
        <dsp:cNvSpPr/>
      </dsp:nvSpPr>
      <dsp:spPr>
        <a:xfrm>
          <a:off x="6732770" y="1226378"/>
          <a:ext cx="1907120" cy="5771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Coordinator &amp; Manager Views must be cleaned up</a:t>
          </a:r>
          <a:endParaRPr lang="en-US" sz="1400" kern="1200"/>
        </a:p>
      </dsp:txBody>
      <dsp:txXfrm>
        <a:off x="6732770" y="1226378"/>
        <a:ext cx="1907120" cy="577169"/>
      </dsp:txXfrm>
    </dsp:sp>
    <dsp:sp modelId="{2C345234-3531-40C1-9549-D90B91DFC2C4}">
      <dsp:nvSpPr>
        <dsp:cNvPr id="0" name=""/>
        <dsp:cNvSpPr/>
      </dsp:nvSpPr>
      <dsp:spPr>
        <a:xfrm>
          <a:off x="6732770" y="1860902"/>
          <a:ext cx="1907120" cy="1442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Remove the text showing document names.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Replace with a single button such as </a:t>
          </a:r>
          <a:r>
            <a:rPr lang="en-US" sz="1100" b="1" kern="1200"/>
            <a:t>“View Supporting Documents”</a:t>
          </a:r>
          <a:r>
            <a:rPr lang="en-US" sz="1100" kern="1200"/>
            <a:t> to avoid layout distortion.</a:t>
          </a:r>
        </a:p>
      </dsp:txBody>
      <dsp:txXfrm>
        <a:off x="6732770" y="1860902"/>
        <a:ext cx="1907120" cy="1442385"/>
      </dsp:txXfrm>
    </dsp:sp>
    <dsp:sp modelId="{30E47C1C-60AC-4F24-882C-A3F15D3F3ED0}">
      <dsp:nvSpPr>
        <dsp:cNvPr id="0" name=""/>
        <dsp:cNvSpPr/>
      </dsp:nvSpPr>
      <dsp:spPr>
        <a:xfrm>
          <a:off x="9593450" y="435575"/>
          <a:ext cx="667492" cy="66749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BFE7A9-DA5D-4773-9448-1932D7AF0F73}">
      <dsp:nvSpPr>
        <dsp:cNvPr id="0" name=""/>
        <dsp:cNvSpPr/>
      </dsp:nvSpPr>
      <dsp:spPr>
        <a:xfrm>
          <a:off x="8973636" y="1226378"/>
          <a:ext cx="1907120" cy="5771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General UI improvement for document handling</a:t>
          </a:r>
          <a:endParaRPr lang="en-US" sz="1400" kern="1200"/>
        </a:p>
      </dsp:txBody>
      <dsp:txXfrm>
        <a:off x="8973636" y="1226378"/>
        <a:ext cx="1907120" cy="577169"/>
      </dsp:txXfrm>
    </dsp:sp>
    <dsp:sp modelId="{111D9575-95B7-41C1-83F8-2A1A7C49A1AC}">
      <dsp:nvSpPr>
        <dsp:cNvPr id="0" name=""/>
        <dsp:cNvSpPr/>
      </dsp:nvSpPr>
      <dsp:spPr>
        <a:xfrm>
          <a:off x="8973636" y="1860902"/>
          <a:ext cx="1907120" cy="1442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documents section must be compact, consistent, and easy to navigate.</a:t>
          </a:r>
        </a:p>
      </dsp:txBody>
      <dsp:txXfrm>
        <a:off x="8973636" y="1860902"/>
        <a:ext cx="1907120" cy="14423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E7475D-3F30-4238-855D-8C19CEB2AD43}">
      <dsp:nvSpPr>
        <dsp:cNvPr id="0" name=""/>
        <dsp:cNvSpPr/>
      </dsp:nvSpPr>
      <dsp:spPr>
        <a:xfrm>
          <a:off x="275965" y="182871"/>
          <a:ext cx="1368756" cy="136875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832F7E-DF5E-484C-9547-5DD260E284BA}">
      <dsp:nvSpPr>
        <dsp:cNvPr id="0" name=""/>
        <dsp:cNvSpPr/>
      </dsp:nvSpPr>
      <dsp:spPr>
        <a:xfrm>
          <a:off x="563404" y="470310"/>
          <a:ext cx="793878" cy="7938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D19061-4A6B-43A2-ABEF-1B69C3CFC883}">
      <dsp:nvSpPr>
        <dsp:cNvPr id="0" name=""/>
        <dsp:cNvSpPr/>
      </dsp:nvSpPr>
      <dsp:spPr>
        <a:xfrm>
          <a:off x="1938026" y="182871"/>
          <a:ext cx="3226354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My lecturer pointed out that the hourly rate could be above 500, so in Part 3 I removed the input field entirely and now the rate is assigned directly from the user profile.</a:t>
          </a:r>
        </a:p>
      </dsp:txBody>
      <dsp:txXfrm>
        <a:off x="1938026" y="182871"/>
        <a:ext cx="3226354" cy="1368756"/>
      </dsp:txXfrm>
    </dsp:sp>
    <dsp:sp modelId="{822D289B-B4A4-4477-A7B2-BC7D7454AB61}">
      <dsp:nvSpPr>
        <dsp:cNvPr id="0" name=""/>
        <dsp:cNvSpPr/>
      </dsp:nvSpPr>
      <dsp:spPr>
        <a:xfrm>
          <a:off x="5726548" y="182871"/>
          <a:ext cx="1368756" cy="136875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20EB0E-1806-4B66-B514-1C9FED3A8ECB}">
      <dsp:nvSpPr>
        <dsp:cNvPr id="0" name=""/>
        <dsp:cNvSpPr/>
      </dsp:nvSpPr>
      <dsp:spPr>
        <a:xfrm>
          <a:off x="6013987" y="470310"/>
          <a:ext cx="793878" cy="7938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2736F4-62D4-4E95-98F6-36E58BB359CF}">
      <dsp:nvSpPr>
        <dsp:cNvPr id="0" name=""/>
        <dsp:cNvSpPr/>
      </dsp:nvSpPr>
      <dsp:spPr>
        <a:xfrm>
          <a:off x="7388609" y="182871"/>
          <a:ext cx="3226354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They also highlighted layout issues caused by long document names, so I replaced filenames with a clean “Download Document” button.</a:t>
          </a:r>
        </a:p>
      </dsp:txBody>
      <dsp:txXfrm>
        <a:off x="7388609" y="182871"/>
        <a:ext cx="3226354" cy="1368756"/>
      </dsp:txXfrm>
    </dsp:sp>
    <dsp:sp modelId="{704F46C0-C032-441E-BE4A-F7CB8D7CA854}">
      <dsp:nvSpPr>
        <dsp:cNvPr id="0" name=""/>
        <dsp:cNvSpPr/>
      </dsp:nvSpPr>
      <dsp:spPr>
        <a:xfrm>
          <a:off x="275965" y="2187234"/>
          <a:ext cx="1368756" cy="136875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E1384E-3CFF-49E9-984E-626E164C4461}">
      <dsp:nvSpPr>
        <dsp:cNvPr id="0" name=""/>
        <dsp:cNvSpPr/>
      </dsp:nvSpPr>
      <dsp:spPr>
        <a:xfrm>
          <a:off x="563404" y="2474673"/>
          <a:ext cx="793878" cy="7938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F80F26-D4FB-4360-8D3E-B8346BB63070}">
      <dsp:nvSpPr>
        <dsp:cNvPr id="0" name=""/>
        <dsp:cNvSpPr/>
      </dsp:nvSpPr>
      <dsp:spPr>
        <a:xfrm>
          <a:off x="1938026" y="2187234"/>
          <a:ext cx="3226354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Coordinator and Manager review pages were updated so they no longer show long filenames — they now display a button only.</a:t>
          </a:r>
        </a:p>
      </dsp:txBody>
      <dsp:txXfrm>
        <a:off x="1938026" y="2187234"/>
        <a:ext cx="3226354" cy="1368756"/>
      </dsp:txXfrm>
    </dsp:sp>
    <dsp:sp modelId="{A5D20659-05F4-44E6-8197-4D98B55257A0}">
      <dsp:nvSpPr>
        <dsp:cNvPr id="0" name=""/>
        <dsp:cNvSpPr/>
      </dsp:nvSpPr>
      <dsp:spPr>
        <a:xfrm>
          <a:off x="5726548" y="2187234"/>
          <a:ext cx="1368756" cy="136875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817539-1A0B-46BE-9CB0-4FA3999A901E}">
      <dsp:nvSpPr>
        <dsp:cNvPr id="0" name=""/>
        <dsp:cNvSpPr/>
      </dsp:nvSpPr>
      <dsp:spPr>
        <a:xfrm>
          <a:off x="6013987" y="2474673"/>
          <a:ext cx="793878" cy="79387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D1CD5E-4FFA-44DE-A64A-88B5F5F6CB62}">
      <dsp:nvSpPr>
        <dsp:cNvPr id="0" name=""/>
        <dsp:cNvSpPr/>
      </dsp:nvSpPr>
      <dsp:spPr>
        <a:xfrm>
          <a:off x="7388609" y="2187234"/>
          <a:ext cx="3226354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These changes improved consistency, layout stability, and made the system more user-friendly and professional.</a:t>
          </a:r>
        </a:p>
      </dsp:txBody>
      <dsp:txXfrm>
        <a:off x="7388609" y="2187234"/>
        <a:ext cx="3226354" cy="13687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4B8383-7352-4108-87DD-A50B2832F642}">
      <dsp:nvSpPr>
        <dsp:cNvPr id="0" name=""/>
        <dsp:cNvSpPr/>
      </dsp:nvSpPr>
      <dsp:spPr>
        <a:xfrm>
          <a:off x="0" y="30639"/>
          <a:ext cx="6479357" cy="11536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Updated navigation links for HR Reports</a:t>
          </a:r>
        </a:p>
      </dsp:txBody>
      <dsp:txXfrm>
        <a:off x="56315" y="86954"/>
        <a:ext cx="6366727" cy="1040990"/>
      </dsp:txXfrm>
    </dsp:sp>
    <dsp:sp modelId="{AEA9C5BF-9ECE-44E4-B9AA-39702C8DCED3}">
      <dsp:nvSpPr>
        <dsp:cNvPr id="0" name=""/>
        <dsp:cNvSpPr/>
      </dsp:nvSpPr>
      <dsp:spPr>
        <a:xfrm>
          <a:off x="0" y="1267779"/>
          <a:ext cx="6479357" cy="1153620"/>
        </a:xfrm>
        <a:prstGeom prst="roundRect">
          <a:avLst/>
        </a:prstGeom>
        <a:solidFill>
          <a:schemeClr val="accent5">
            <a:hueOff val="3003598"/>
            <a:satOff val="-7513"/>
            <a:lumOff val="-817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Ensured consistent button style across all roles</a:t>
          </a:r>
        </a:p>
      </dsp:txBody>
      <dsp:txXfrm>
        <a:off x="56315" y="1324094"/>
        <a:ext cx="6366727" cy="1040990"/>
      </dsp:txXfrm>
    </dsp:sp>
    <dsp:sp modelId="{7B9F20BB-B75D-47DD-94CA-E75120E69CF4}">
      <dsp:nvSpPr>
        <dsp:cNvPr id="0" name=""/>
        <dsp:cNvSpPr/>
      </dsp:nvSpPr>
      <dsp:spPr>
        <a:xfrm>
          <a:off x="0" y="2504918"/>
          <a:ext cx="6479357" cy="1153620"/>
        </a:xfrm>
        <a:prstGeom prst="roundRect">
          <a:avLst/>
        </a:prstGeom>
        <a:solidFill>
          <a:schemeClr val="accent5">
            <a:hueOff val="6007196"/>
            <a:satOff val="-15026"/>
            <a:lumOff val="-1634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Added validation and improved TempData notification messages</a:t>
          </a:r>
        </a:p>
      </dsp:txBody>
      <dsp:txXfrm>
        <a:off x="56315" y="2561233"/>
        <a:ext cx="6366727" cy="1040990"/>
      </dsp:txXfrm>
    </dsp:sp>
    <dsp:sp modelId="{8D38113D-45C6-47A7-BB7E-895D54FA6413}">
      <dsp:nvSpPr>
        <dsp:cNvPr id="0" name=""/>
        <dsp:cNvSpPr/>
      </dsp:nvSpPr>
      <dsp:spPr>
        <a:xfrm>
          <a:off x="0" y="3742059"/>
          <a:ext cx="6479357" cy="1153620"/>
        </a:xfrm>
        <a:prstGeom prst="roundRect">
          <a:avLst/>
        </a:prstGeom>
        <a:solidFill>
          <a:schemeClr val="accent5">
            <a:hueOff val="9010794"/>
            <a:satOff val="-22539"/>
            <a:lumOff val="-245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Strengthened security by ensuring role-based access on all new features</a:t>
          </a:r>
        </a:p>
      </dsp:txBody>
      <dsp:txXfrm>
        <a:off x="56315" y="3798374"/>
        <a:ext cx="6366727" cy="10409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2B62B0-AD93-4082-BE93-B87719D3E673}">
      <dsp:nvSpPr>
        <dsp:cNvPr id="0" name=""/>
        <dsp:cNvSpPr/>
      </dsp:nvSpPr>
      <dsp:spPr>
        <a:xfrm>
          <a:off x="0" y="601"/>
          <a:ext cx="6479357" cy="140717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168341-8002-4613-B296-7C7FB3722C02}">
      <dsp:nvSpPr>
        <dsp:cNvPr id="0" name=""/>
        <dsp:cNvSpPr/>
      </dsp:nvSpPr>
      <dsp:spPr>
        <a:xfrm>
          <a:off x="425670" y="317215"/>
          <a:ext cx="773946" cy="7739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500C1A-6F4A-4DA1-8922-2B97758C7DCF}">
      <dsp:nvSpPr>
        <dsp:cNvPr id="0" name=""/>
        <dsp:cNvSpPr/>
      </dsp:nvSpPr>
      <dsp:spPr>
        <a:xfrm>
          <a:off x="1625288" y="601"/>
          <a:ext cx="4854068" cy="1407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926" tIns="148926" rIns="148926" bIns="14892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. Role-Based Access Control (RBAC)</a:t>
          </a:r>
          <a:endParaRPr lang="en-US" sz="1600" kern="1200"/>
        </a:p>
      </dsp:txBody>
      <dsp:txXfrm>
        <a:off x="1625288" y="601"/>
        <a:ext cx="4854068" cy="1407175"/>
      </dsp:txXfrm>
    </dsp:sp>
    <dsp:sp modelId="{9F6B7F4A-8308-44DF-A10F-3349BB977044}">
      <dsp:nvSpPr>
        <dsp:cNvPr id="0" name=""/>
        <dsp:cNvSpPr/>
      </dsp:nvSpPr>
      <dsp:spPr>
        <a:xfrm>
          <a:off x="0" y="1759571"/>
          <a:ext cx="6479357" cy="140717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42A752-05FB-4EB5-AC46-BC28E8CC3C89}">
      <dsp:nvSpPr>
        <dsp:cNvPr id="0" name=""/>
        <dsp:cNvSpPr/>
      </dsp:nvSpPr>
      <dsp:spPr>
        <a:xfrm>
          <a:off x="425670" y="2076185"/>
          <a:ext cx="773946" cy="7739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C16F91-DC3D-44D6-A6AA-0D819BBD79F0}">
      <dsp:nvSpPr>
        <dsp:cNvPr id="0" name=""/>
        <dsp:cNvSpPr/>
      </dsp:nvSpPr>
      <dsp:spPr>
        <a:xfrm>
          <a:off x="1625288" y="1759571"/>
          <a:ext cx="4854068" cy="1407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926" tIns="148926" rIns="148926" bIns="14892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 prevent unauthorized access and ensure clean separation of responsibilities, the system uses ASP.NET Core’s [Authorize(Roles = "…")] attributes.</a:t>
          </a:r>
          <a:br>
            <a:rPr lang="en-US" sz="1600" kern="1200"/>
          </a:br>
          <a:r>
            <a:rPr lang="en-US" sz="1600" kern="1200"/>
            <a:t>Each controller is restricted to its specific role:</a:t>
          </a:r>
        </a:p>
      </dsp:txBody>
      <dsp:txXfrm>
        <a:off x="1625288" y="1759571"/>
        <a:ext cx="4854068" cy="1407175"/>
      </dsp:txXfrm>
    </dsp:sp>
    <dsp:sp modelId="{7021489B-90D3-4666-B011-A5C390CF6F5E}">
      <dsp:nvSpPr>
        <dsp:cNvPr id="0" name=""/>
        <dsp:cNvSpPr/>
      </dsp:nvSpPr>
      <dsp:spPr>
        <a:xfrm>
          <a:off x="0" y="3518540"/>
          <a:ext cx="6479357" cy="140717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521714-F6E9-435F-A209-BDB29B50FE63}">
      <dsp:nvSpPr>
        <dsp:cNvPr id="0" name=""/>
        <dsp:cNvSpPr/>
      </dsp:nvSpPr>
      <dsp:spPr>
        <a:xfrm>
          <a:off x="425670" y="3835155"/>
          <a:ext cx="773946" cy="7739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DBF6B1-37F8-4725-9626-84CD97E7993F}">
      <dsp:nvSpPr>
        <dsp:cNvPr id="0" name=""/>
        <dsp:cNvSpPr/>
      </dsp:nvSpPr>
      <dsp:spPr>
        <a:xfrm>
          <a:off x="1625288" y="3518540"/>
          <a:ext cx="4854068" cy="1407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926" tIns="148926" rIns="148926" bIns="14892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600" kern="1200"/>
            <a:t>Image provided on the next page:</a:t>
          </a:r>
          <a:endParaRPr lang="en-US" sz="1600" kern="1200"/>
        </a:p>
      </dsp:txBody>
      <dsp:txXfrm>
        <a:off x="1625288" y="3518540"/>
        <a:ext cx="4854068" cy="14071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B79627-29D3-4210-BFAA-8B520CF90449}">
      <dsp:nvSpPr>
        <dsp:cNvPr id="0" name=""/>
        <dsp:cNvSpPr/>
      </dsp:nvSpPr>
      <dsp:spPr>
        <a:xfrm>
          <a:off x="0" y="623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BD7759-B66E-45FA-A4CA-BD0D6255FCE8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3CDD33-7EB2-4D5B-93F0-82AC4251EF70}">
      <dsp:nvSpPr>
        <dsp:cNvPr id="0" name=""/>
        <dsp:cNvSpPr/>
      </dsp:nvSpPr>
      <dsp:spPr>
        <a:xfrm>
          <a:off x="1686304" y="623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To improve compatibility and meet assignment requirements, HR users now export reports as CSV:</a:t>
          </a:r>
        </a:p>
      </dsp:txBody>
      <dsp:txXfrm>
        <a:off x="1686304" y="623"/>
        <a:ext cx="5530111" cy="1460003"/>
      </dsp:txXfrm>
    </dsp:sp>
    <dsp:sp modelId="{6FDD1059-4C11-47CF-B5CD-BE4AE51ECD4C}">
      <dsp:nvSpPr>
        <dsp:cNvPr id="0" name=""/>
        <dsp:cNvSpPr/>
      </dsp:nvSpPr>
      <dsp:spPr>
        <a:xfrm>
          <a:off x="0" y="1825628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D2C7F2-3C0A-4F29-AF47-069560D64A31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9DD9B5-9FF0-401B-94F9-3A779309B437}">
      <dsp:nvSpPr>
        <dsp:cNvPr id="0" name=""/>
        <dsp:cNvSpPr/>
      </dsp:nvSpPr>
      <dsp:spPr>
        <a:xfrm>
          <a:off x="1686304" y="1825628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return File(bytes, "text/csv", "claims_report.csv");</a:t>
          </a:r>
        </a:p>
      </dsp:txBody>
      <dsp:txXfrm>
        <a:off x="1686304" y="1825628"/>
        <a:ext cx="5530111" cy="1460003"/>
      </dsp:txXfrm>
    </dsp:sp>
    <dsp:sp modelId="{F1A36C66-DC07-4EBF-956D-55C9ABC7B020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73D229-6485-4935-95CE-3D22B08AE046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C6FB0B-F953-40F8-9132-6CB979DC950A}">
      <dsp:nvSpPr>
        <dsp:cNvPr id="0" name=""/>
        <dsp:cNvSpPr/>
      </dsp:nvSpPr>
      <dsp:spPr>
        <a:xfrm>
          <a:off x="1686304" y="3650632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Why CSV?</a:t>
          </a:r>
          <a:br>
            <a:rPr lang="en-US" sz="1900" kern="1200"/>
          </a:br>
          <a:r>
            <a:rPr lang="en-US" sz="1900" kern="1200"/>
            <a:t>✔ Opens in Excel without extra libraries</a:t>
          </a:r>
          <a:br>
            <a:rPr lang="en-US" sz="1900" kern="1200"/>
          </a:br>
          <a:r>
            <a:rPr lang="en-US" sz="1900" kern="1200"/>
            <a:t>✔ Easier to mark, grade, analyze</a:t>
          </a:r>
          <a:br>
            <a:rPr lang="en-US" sz="1900" kern="1200"/>
          </a:br>
          <a:r>
            <a:rPr lang="en-US" sz="1900" kern="1200"/>
            <a:t>✔ Avoids PDF font-loading issues</a:t>
          </a:r>
        </a:p>
      </dsp:txBody>
      <dsp:txXfrm>
        <a:off x="1686304" y="3650632"/>
        <a:ext cx="5530111" cy="146000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FA25F0-E6F7-4C85-9A14-2A099C2E4CB9}">
      <dsp:nvSpPr>
        <dsp:cNvPr id="0" name=""/>
        <dsp:cNvSpPr/>
      </dsp:nvSpPr>
      <dsp:spPr>
        <a:xfrm>
          <a:off x="0" y="0"/>
          <a:ext cx="5764002" cy="88673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200" kern="1200"/>
            <a:t>To ensure correct financial calculations, EF Core decimal precision was explicitly defined:</a:t>
          </a:r>
          <a:endParaRPr lang="en-US" sz="1200" kern="1200"/>
        </a:p>
      </dsp:txBody>
      <dsp:txXfrm>
        <a:off x="25972" y="25972"/>
        <a:ext cx="4703395" cy="834793"/>
      </dsp:txXfrm>
    </dsp:sp>
    <dsp:sp modelId="{15305E84-F7DA-4EE6-9F67-B706CB400479}">
      <dsp:nvSpPr>
        <dsp:cNvPr id="0" name=""/>
        <dsp:cNvSpPr/>
      </dsp:nvSpPr>
      <dsp:spPr>
        <a:xfrm>
          <a:off x="430428" y="1009895"/>
          <a:ext cx="5764002" cy="8867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200" kern="1200"/>
            <a:t>modelBuilder.Entity&lt;Claim&gt;()</a:t>
          </a:r>
          <a:endParaRPr lang="en-US" sz="1200" kern="1200"/>
        </a:p>
      </dsp:txBody>
      <dsp:txXfrm>
        <a:off x="456400" y="1035867"/>
        <a:ext cx="4705250" cy="834793"/>
      </dsp:txXfrm>
    </dsp:sp>
    <dsp:sp modelId="{7AE9D4C6-E674-4F7B-9258-50A9FBA24F0B}">
      <dsp:nvSpPr>
        <dsp:cNvPr id="0" name=""/>
        <dsp:cNvSpPr/>
      </dsp:nvSpPr>
      <dsp:spPr>
        <a:xfrm>
          <a:off x="860857" y="2019790"/>
          <a:ext cx="5764002" cy="88673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200" kern="1200"/>
            <a:t>.Property(c =&gt; c.HourlyRate)</a:t>
          </a:r>
          <a:endParaRPr lang="en-US" sz="1200" kern="1200"/>
        </a:p>
      </dsp:txBody>
      <dsp:txXfrm>
        <a:off x="886829" y="2045762"/>
        <a:ext cx="4705250" cy="834793"/>
      </dsp:txXfrm>
    </dsp:sp>
    <dsp:sp modelId="{ABA158F5-C9FD-47EB-81E7-AFAFC4B08C90}">
      <dsp:nvSpPr>
        <dsp:cNvPr id="0" name=""/>
        <dsp:cNvSpPr/>
      </dsp:nvSpPr>
      <dsp:spPr>
        <a:xfrm>
          <a:off x="1291286" y="3029685"/>
          <a:ext cx="5764002" cy="88673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200" kern="1200"/>
            <a:t>.HasColumnType("decimal(10,2)");</a:t>
          </a:r>
          <a:endParaRPr lang="en-US" sz="1200" kern="1200"/>
        </a:p>
      </dsp:txBody>
      <dsp:txXfrm>
        <a:off x="1317258" y="3055657"/>
        <a:ext cx="4705250" cy="834793"/>
      </dsp:txXfrm>
    </dsp:sp>
    <dsp:sp modelId="{CB9DB8BA-DF8B-4197-95AA-BEC2BE79FBEF}">
      <dsp:nvSpPr>
        <dsp:cNvPr id="0" name=""/>
        <dsp:cNvSpPr/>
      </dsp:nvSpPr>
      <dsp:spPr>
        <a:xfrm>
          <a:off x="1721715" y="4039580"/>
          <a:ext cx="5764002" cy="88673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200" b="1" kern="1200"/>
            <a:t>Why this matters:</a:t>
          </a:r>
          <a:br>
            <a:rPr lang="en-ZA" sz="1200" kern="1200"/>
          </a:br>
          <a:r>
            <a:rPr lang="en-ZA" sz="1200" kern="1200"/>
            <a:t>✔ Guarantees consistent money formatting</a:t>
          </a:r>
          <a:br>
            <a:rPr lang="en-ZA" sz="1200" kern="1200"/>
          </a:br>
          <a:r>
            <a:rPr lang="en-ZA" sz="1200" kern="1200"/>
            <a:t>✔ Prevents rounding errors</a:t>
          </a:r>
          <a:br>
            <a:rPr lang="en-ZA" sz="1200" kern="1200"/>
          </a:br>
          <a:r>
            <a:rPr lang="en-ZA" sz="1200" kern="1200"/>
            <a:t>✔ Required for accurate totals on all reports</a:t>
          </a:r>
          <a:endParaRPr lang="en-US" sz="1200" kern="1200"/>
        </a:p>
      </dsp:txBody>
      <dsp:txXfrm>
        <a:off x="1747687" y="4065552"/>
        <a:ext cx="4705250" cy="834793"/>
      </dsp:txXfrm>
    </dsp:sp>
    <dsp:sp modelId="{DB56B0E8-1914-4119-AE7E-B4BB46AA6B94}">
      <dsp:nvSpPr>
        <dsp:cNvPr id="0" name=""/>
        <dsp:cNvSpPr/>
      </dsp:nvSpPr>
      <dsp:spPr>
        <a:xfrm>
          <a:off x="5187623" y="647810"/>
          <a:ext cx="576379" cy="57637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5317308" y="647810"/>
        <a:ext cx="317009" cy="433725"/>
      </dsp:txXfrm>
    </dsp:sp>
    <dsp:sp modelId="{79F18E56-ACD6-4473-8972-7917894D4EB9}">
      <dsp:nvSpPr>
        <dsp:cNvPr id="0" name=""/>
        <dsp:cNvSpPr/>
      </dsp:nvSpPr>
      <dsp:spPr>
        <a:xfrm>
          <a:off x="5618052" y="1657706"/>
          <a:ext cx="576379" cy="576379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5747737" y="1657706"/>
        <a:ext cx="317009" cy="433725"/>
      </dsp:txXfrm>
    </dsp:sp>
    <dsp:sp modelId="{F919F025-6517-4166-AF0A-47CD5A118F40}">
      <dsp:nvSpPr>
        <dsp:cNvPr id="0" name=""/>
        <dsp:cNvSpPr/>
      </dsp:nvSpPr>
      <dsp:spPr>
        <a:xfrm>
          <a:off x="6048481" y="2652822"/>
          <a:ext cx="576379" cy="576379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178166" y="2652822"/>
        <a:ext cx="317009" cy="433725"/>
      </dsp:txXfrm>
    </dsp:sp>
    <dsp:sp modelId="{83A3B5A4-8908-4519-B267-1FA23D81885C}">
      <dsp:nvSpPr>
        <dsp:cNvPr id="0" name=""/>
        <dsp:cNvSpPr/>
      </dsp:nvSpPr>
      <dsp:spPr>
        <a:xfrm>
          <a:off x="6478910" y="3672570"/>
          <a:ext cx="576379" cy="576379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608595" y="3672570"/>
        <a:ext cx="317009" cy="43372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C35B4D-C480-4C7C-B3B8-0380A61973B4}">
      <dsp:nvSpPr>
        <dsp:cNvPr id="0" name=""/>
        <dsp:cNvSpPr/>
      </dsp:nvSpPr>
      <dsp:spPr>
        <a:xfrm>
          <a:off x="2154681" y="99515"/>
          <a:ext cx="1510523" cy="14301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A6E44C-0C20-4CE0-B4DF-8CDDFE60BF77}">
      <dsp:nvSpPr>
        <dsp:cNvPr id="0" name=""/>
        <dsp:cNvSpPr/>
      </dsp:nvSpPr>
      <dsp:spPr>
        <a:xfrm>
          <a:off x="752052" y="1681842"/>
          <a:ext cx="4315781" cy="6129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/>
            <a:t>Speaker Notes:</a:t>
          </a:r>
          <a:endParaRPr lang="en-US" sz="3600" kern="1200"/>
        </a:p>
      </dsp:txBody>
      <dsp:txXfrm>
        <a:off x="752052" y="1681842"/>
        <a:ext cx="4315781" cy="612905"/>
      </dsp:txXfrm>
    </dsp:sp>
    <dsp:sp modelId="{868EAA7B-2132-4E6C-8788-072093EA1576}">
      <dsp:nvSpPr>
        <dsp:cNvPr id="0" name=""/>
        <dsp:cNvSpPr/>
      </dsp:nvSpPr>
      <dsp:spPr>
        <a:xfrm>
          <a:off x="752052" y="2365544"/>
          <a:ext cx="4315781" cy="1273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5FB20-4C86-44C8-B4EE-F78FE06A57E2}">
      <dsp:nvSpPr>
        <dsp:cNvPr id="0" name=""/>
        <dsp:cNvSpPr/>
      </dsp:nvSpPr>
      <dsp:spPr>
        <a:xfrm>
          <a:off x="7225724" y="99515"/>
          <a:ext cx="1510523" cy="14301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102FB6-E155-4060-B02A-083E8D4FF622}">
      <dsp:nvSpPr>
        <dsp:cNvPr id="0" name=""/>
        <dsp:cNvSpPr/>
      </dsp:nvSpPr>
      <dsp:spPr>
        <a:xfrm>
          <a:off x="5823095" y="1681842"/>
          <a:ext cx="4315781" cy="6129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Demonstrate:</a:t>
          </a:r>
        </a:p>
      </dsp:txBody>
      <dsp:txXfrm>
        <a:off x="5823095" y="1681842"/>
        <a:ext cx="4315781" cy="612905"/>
      </dsp:txXfrm>
    </dsp:sp>
    <dsp:sp modelId="{3DD883B4-5746-41B1-8E5E-95EF3CE20529}">
      <dsp:nvSpPr>
        <dsp:cNvPr id="0" name=""/>
        <dsp:cNvSpPr/>
      </dsp:nvSpPr>
      <dsp:spPr>
        <a:xfrm>
          <a:off x="5823095" y="2365544"/>
          <a:ext cx="4315781" cy="1273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Lecturer claim submission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Coordinator approval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Manager approval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HR user management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CSV export</a:t>
          </a:r>
        </a:p>
      </dsp:txBody>
      <dsp:txXfrm>
        <a:off x="5823095" y="2365544"/>
        <a:ext cx="4315781" cy="12738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368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185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1032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870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926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66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19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69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977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693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870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277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29" r:id="rId6"/>
    <p:sldLayoutId id="2147483725" r:id="rId7"/>
    <p:sldLayoutId id="2147483726" r:id="rId8"/>
    <p:sldLayoutId id="2147483727" r:id="rId9"/>
    <p:sldLayoutId id="2147483728" r:id="rId10"/>
    <p:sldLayoutId id="214748373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0AaM3fSU19U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0AaM3fSU19U" TargetMode="External"/><Relationship Id="rId2" Type="http://schemas.openxmlformats.org/officeDocument/2006/relationships/hyperlink" Target="https://github.com/HlatshwayoThuto/Prog6212-POE-Part3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983080A-6551-4451-BD82-99B048897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Colored pencils inside a pencil holder which is on top of a wood table">
            <a:extLst>
              <a:ext uri="{FF2B5EF4-FFF2-40B4-BE49-F238E27FC236}">
                <a16:creationId xmlns:a16="http://schemas.microsoft.com/office/drawing/2014/main" id="{EB1A47CC-D207-8696-BBBC-8A31F3A719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5730"/>
          <a:stretch>
            <a:fillRect/>
          </a:stretch>
        </p:blipFill>
        <p:spPr>
          <a:xfrm>
            <a:off x="20" y="10"/>
            <a:ext cx="12191980" cy="6857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3DEFA7-FF17-36CB-C1FA-EEB319B11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2909456"/>
            <a:ext cx="7393922" cy="3066469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PROGRAMMING POE PART 3</a:t>
            </a:r>
            <a:endParaRPr lang="en-ZA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58942C-EED7-8A75-0189-C4BD9721A5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956112"/>
            <a:ext cx="8037576" cy="1953337"/>
          </a:xfrm>
        </p:spPr>
        <p:txBody>
          <a:bodyPr anchor="t">
            <a:normAutofit fontScale="55000" lnSpcReduction="2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Student Number:ST10450572</a:t>
            </a:r>
          </a:p>
          <a:p>
            <a:r>
              <a:rPr lang="en-ZA" dirty="0">
                <a:solidFill>
                  <a:srgbClr val="FFFFFF"/>
                </a:solidFill>
              </a:rPr>
              <a:t>Name: Thuto Hlatshwayo</a:t>
            </a:r>
            <a:br>
              <a:rPr lang="en-ZA" dirty="0">
                <a:solidFill>
                  <a:srgbClr val="FFFFFF"/>
                </a:solidFill>
              </a:rPr>
            </a:br>
            <a:r>
              <a:rPr lang="en-ZA" dirty="0">
                <a:solidFill>
                  <a:srgbClr val="FFFFFF"/>
                </a:solidFill>
              </a:rPr>
              <a:t>Module Code: PROG6212</a:t>
            </a:r>
          </a:p>
          <a:p>
            <a:r>
              <a:rPr lang="en-ZA" dirty="0">
                <a:solidFill>
                  <a:srgbClr val="FFFFFF"/>
                </a:solidFill>
              </a:rPr>
              <a:t>Note:</a:t>
            </a:r>
            <a:br>
              <a:rPr lang="en-ZA" dirty="0">
                <a:solidFill>
                  <a:srgbClr val="FFFFFF"/>
                </a:solidFill>
              </a:rPr>
            </a:br>
            <a:br>
              <a:rPr lang="en-ZA" dirty="0">
                <a:solidFill>
                  <a:srgbClr val="FFFFFF"/>
                </a:solidFill>
              </a:rPr>
            </a:br>
            <a:r>
              <a:rPr lang="en-US" dirty="0"/>
              <a:t>This presentation covers the final phase of my POE for PROG6212.</a:t>
            </a:r>
            <a:br>
              <a:rPr lang="en-US" dirty="0"/>
            </a:br>
            <a:r>
              <a:rPr lang="en-US" dirty="0"/>
              <a:t>I will show how Part 3 improved the system based on Part 2 feedback, discuss new features, and demonstrate the final design and implementation.</a:t>
            </a:r>
          </a:p>
          <a:p>
            <a:endParaRPr lang="en-US" dirty="0"/>
          </a:p>
          <a:p>
            <a:endParaRPr lang="en-ZA" dirty="0">
              <a:solidFill>
                <a:srgbClr val="FFFFFF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A5C8BF2-C035-4BFF-8802-A39723834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6272784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57114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0B96D2-B53F-BE59-0594-B6505421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Overview of Part 3 Deliverables</a:t>
            </a:r>
            <a:endParaRPr lang="en-ZA" sz="34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3C9E3B-BA5C-4B31-9AD4-5C5E5E0193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81" r="34236" b="-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90C13-1EA3-1276-4D90-B5218F04D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 b="1"/>
              <a:t>What Part 3 Required:</a:t>
            </a:r>
            <a:endParaRPr lang="en-US" sz="1400"/>
          </a:p>
          <a:p>
            <a:pPr>
              <a:lnSpc>
                <a:spcPct val="110000"/>
              </a:lnSpc>
            </a:pPr>
            <a:r>
              <a:rPr lang="en-US" sz="1400"/>
              <a:t>Implement enhancements requested in Part 2 feedback.</a:t>
            </a:r>
          </a:p>
          <a:p>
            <a:pPr>
              <a:lnSpc>
                <a:spcPct val="110000"/>
              </a:lnSpc>
            </a:pPr>
            <a:r>
              <a:rPr lang="en-US" sz="1400"/>
              <a:t>Improve system design, validation, security, workflows, and UI.</a:t>
            </a:r>
          </a:p>
          <a:p>
            <a:pPr>
              <a:lnSpc>
                <a:spcPct val="110000"/>
              </a:lnSpc>
            </a:pPr>
            <a:r>
              <a:rPr lang="en-US" sz="1400"/>
              <a:t>Add new features such as reporting, CSV export, user management, and proper role authorization.</a:t>
            </a:r>
          </a:p>
          <a:p>
            <a:pPr>
              <a:lnSpc>
                <a:spcPct val="110000"/>
              </a:lnSpc>
            </a:pPr>
            <a:r>
              <a:rPr lang="en-US" sz="1400"/>
              <a:t>Produce architecture diagrams and final documentation.</a:t>
            </a:r>
          </a:p>
          <a:p>
            <a:pPr>
              <a:lnSpc>
                <a:spcPct val="110000"/>
              </a:lnSpc>
            </a:pPr>
            <a:r>
              <a:rPr lang="en-US" sz="1400" b="1"/>
              <a:t>Speaker Notes:</a:t>
            </a:r>
          </a:p>
          <a:p>
            <a:pPr>
              <a:lnSpc>
                <a:spcPct val="110000"/>
              </a:lnSpc>
            </a:pPr>
            <a:r>
              <a:rPr lang="en-US" sz="1400"/>
              <a:t>Part 3 builds on the previous phase and completes the system into a functional prototype.</a:t>
            </a:r>
          </a:p>
          <a:p>
            <a:pPr>
              <a:lnSpc>
                <a:spcPct val="110000"/>
              </a:lnSpc>
            </a:pPr>
            <a:r>
              <a:rPr lang="en-US" sz="1400"/>
              <a:t>The enhancements focused on making the system reliable and production-ready.</a:t>
            </a:r>
          </a:p>
          <a:p>
            <a:pPr>
              <a:lnSpc>
                <a:spcPct val="110000"/>
              </a:lnSpc>
            </a:pPr>
            <a:endParaRPr lang="en-ZA" sz="1400"/>
          </a:p>
        </p:txBody>
      </p:sp>
    </p:spTree>
    <p:extLst>
      <p:ext uri="{BB962C8B-B14F-4D97-AF65-F5344CB8AC3E}">
        <p14:creationId xmlns:p14="http://schemas.microsoft.com/office/powerpoint/2010/main" val="437359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853D69-5332-E09D-13E8-44A5A8C1A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Lecturer Feedback From Part 2</a:t>
            </a:r>
            <a:endParaRPr lang="en-ZA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198F27-7B81-FDC2-9F5D-BA94C365CB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3774116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1142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644BD5-AF10-2A8B-250F-9DF12CB9F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Speaker notes:</a:t>
            </a:r>
            <a:endParaRPr lang="en-ZA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CB263F-3C29-36A2-7726-D21CAC6FC8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6393246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5990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92A393-EB61-6122-5571-E9D3524B4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Implemented Improvements in Part 3</a:t>
            </a:r>
            <a:endParaRPr lang="en-ZA" sz="3400"/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FBDEEE3E-ED6A-9D5A-6E24-2CF233F573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306" r="1411" b="-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86365-3D9F-137F-9640-A08045D42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000" b="1"/>
              <a:t>1. Hourly Rate Now Auto-Assigned From User Profile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00" b="1"/>
              <a:t>What I changed:</a:t>
            </a:r>
            <a:endParaRPr lang="en-US" sz="1000"/>
          </a:p>
          <a:p>
            <a:pPr>
              <a:lnSpc>
                <a:spcPct val="110000"/>
              </a:lnSpc>
            </a:pPr>
            <a:r>
              <a:rPr lang="en-US" sz="1000"/>
              <a:t>Removed the hourly rate input field from the lecturer’s claim form.</a:t>
            </a:r>
          </a:p>
          <a:p>
            <a:pPr>
              <a:lnSpc>
                <a:spcPct val="110000"/>
              </a:lnSpc>
            </a:pPr>
            <a:r>
              <a:rPr lang="en-US" sz="1000"/>
              <a:t>The system now fetches the hourly rate from the logged-in lecturer’s profile:</a:t>
            </a:r>
          </a:p>
          <a:p>
            <a:pPr lvl="1">
              <a:lnSpc>
                <a:spcPct val="110000"/>
              </a:lnSpc>
            </a:pPr>
            <a:r>
              <a:rPr lang="en-ZA" sz="1000"/>
              <a:t>var userId = int.Parse(User.FindFirstValue(ClaimTypes.NameIdentifier));</a:t>
            </a:r>
          </a:p>
          <a:p>
            <a:pPr lvl="1">
              <a:lnSpc>
                <a:spcPct val="110000"/>
              </a:lnSpc>
            </a:pPr>
            <a:r>
              <a:rPr lang="en-ZA" sz="1000"/>
              <a:t>var user = await _db.Users.FindAsync(userId);</a:t>
            </a:r>
          </a:p>
          <a:p>
            <a:pPr lvl="1">
              <a:lnSpc>
                <a:spcPct val="110000"/>
              </a:lnSpc>
            </a:pPr>
            <a:r>
              <a:rPr lang="en-ZA" sz="1000"/>
              <a:t>claim.HourlyRate = user.HourlyRate;   // Auto-assigned</a:t>
            </a:r>
          </a:p>
          <a:p>
            <a:pPr lvl="1">
              <a:lnSpc>
                <a:spcPct val="110000"/>
              </a:lnSpc>
            </a:pPr>
            <a:r>
              <a:rPr lang="en-ZA" sz="1000"/>
              <a:t>claim.LecturerName = user.FullName;</a:t>
            </a:r>
          </a:p>
          <a:p>
            <a:pPr lvl="1">
              <a:lnSpc>
                <a:spcPct val="110000"/>
              </a:lnSpc>
            </a:pPr>
            <a:r>
              <a:rPr lang="en-ZA" sz="1000"/>
              <a:t>claim.LecturerId = user.UserId;</a:t>
            </a:r>
          </a:p>
          <a:p>
            <a:pPr>
              <a:lnSpc>
                <a:spcPct val="110000"/>
              </a:lnSpc>
            </a:pPr>
            <a:r>
              <a:rPr lang="en-US" sz="1000" b="1"/>
              <a:t>Impact:</a:t>
            </a:r>
            <a:endParaRPr lang="en-US" sz="1000"/>
          </a:p>
          <a:p>
            <a:pPr>
              <a:lnSpc>
                <a:spcPct val="110000"/>
              </a:lnSpc>
            </a:pPr>
            <a:r>
              <a:rPr lang="en-US" sz="1000"/>
              <a:t>Eliminates incorrect manual inputs</a:t>
            </a:r>
          </a:p>
          <a:p>
            <a:pPr>
              <a:lnSpc>
                <a:spcPct val="110000"/>
              </a:lnSpc>
            </a:pPr>
            <a:r>
              <a:rPr lang="en-US" sz="1000"/>
              <a:t>Ensures all calculations are consistent</a:t>
            </a:r>
          </a:p>
          <a:p>
            <a:pPr>
              <a:lnSpc>
                <a:spcPct val="110000"/>
              </a:lnSpc>
            </a:pPr>
            <a:r>
              <a:rPr lang="en-US" sz="1000"/>
              <a:t>Supports hourly rates above 500 as requested</a:t>
            </a:r>
          </a:p>
          <a:p>
            <a:pPr marL="265176" lvl="1" indent="0">
              <a:lnSpc>
                <a:spcPct val="110000"/>
              </a:lnSpc>
              <a:buNone/>
            </a:pPr>
            <a:endParaRPr lang="en-ZA" sz="1000"/>
          </a:p>
        </p:txBody>
      </p:sp>
    </p:spTree>
    <p:extLst>
      <p:ext uri="{BB962C8B-B14F-4D97-AF65-F5344CB8AC3E}">
        <p14:creationId xmlns:p14="http://schemas.microsoft.com/office/powerpoint/2010/main" val="1615637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F79C7-5634-B33F-165E-8E805FEAD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987553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2. Replaced Long Document Filenames With a “Download” Button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A0A00-6998-2BD9-65F2-2265C7184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304288"/>
            <a:ext cx="10890928" cy="389534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What I changed:</a:t>
            </a:r>
            <a:endParaRPr lang="en-US" dirty="0"/>
          </a:p>
          <a:p>
            <a:r>
              <a:rPr lang="en-US" dirty="0"/>
              <a:t>Removed the document names from the view</a:t>
            </a:r>
          </a:p>
          <a:p>
            <a:r>
              <a:rPr lang="en-US" dirty="0"/>
              <a:t>Added a compact </a:t>
            </a:r>
            <a:r>
              <a:rPr lang="en-US" b="1" dirty="0"/>
              <a:t>View / Download</a:t>
            </a:r>
            <a:r>
              <a:rPr lang="en-US" dirty="0"/>
              <a:t> button that prevents layout distortion</a:t>
            </a:r>
          </a:p>
          <a:p>
            <a:pPr marL="0" indent="0">
              <a:buNone/>
            </a:pPr>
            <a:r>
              <a:rPr lang="en-US" dirty="0"/>
              <a:t>Code Snippet (Coordinator/Manager View):</a:t>
            </a:r>
          </a:p>
          <a:p>
            <a:r>
              <a:rPr lang="en-US" dirty="0"/>
              <a:t>&lt;a asp-controller="Coordinator"</a:t>
            </a:r>
          </a:p>
          <a:p>
            <a:r>
              <a:rPr lang="en-US" dirty="0"/>
              <a:t>   asp-action="DownloadDocument"</a:t>
            </a:r>
          </a:p>
          <a:p>
            <a:r>
              <a:rPr lang="en-US" dirty="0"/>
              <a:t>   asp-route-</a:t>
            </a:r>
            <a:r>
              <a:rPr lang="en-US" dirty="0" err="1"/>
              <a:t>documentId</a:t>
            </a:r>
            <a:r>
              <a:rPr lang="en-US" dirty="0"/>
              <a:t>="@</a:t>
            </a:r>
            <a:r>
              <a:rPr lang="en-US" dirty="0" err="1"/>
              <a:t>doc.DocumentId</a:t>
            </a:r>
            <a:r>
              <a:rPr lang="en-US" dirty="0"/>
              <a:t>"</a:t>
            </a:r>
          </a:p>
          <a:p>
            <a:r>
              <a:rPr lang="en-US" dirty="0"/>
              <a:t>   class="btn btn-sm btn-outline-primary"&gt;</a:t>
            </a:r>
          </a:p>
          <a:p>
            <a:r>
              <a:rPr lang="en-US" dirty="0"/>
              <a:t>   View Document</a:t>
            </a:r>
          </a:p>
          <a:p>
            <a:r>
              <a:rPr lang="en-US" dirty="0"/>
              <a:t>&lt;/a&gt;</a:t>
            </a:r>
          </a:p>
          <a:p>
            <a:pPr marL="0" indent="0">
              <a:buNone/>
            </a:pPr>
            <a:r>
              <a:rPr lang="en-US" b="1" dirty="0"/>
              <a:t>Impact:</a:t>
            </a:r>
            <a:endParaRPr lang="en-US" dirty="0"/>
          </a:p>
          <a:p>
            <a:r>
              <a:rPr lang="en-US" dirty="0"/>
              <a:t>Long filenames no longer break the table layout</a:t>
            </a:r>
          </a:p>
          <a:p>
            <a:r>
              <a:rPr lang="en-US" dirty="0"/>
              <a:t>Clean, uniform look</a:t>
            </a:r>
          </a:p>
          <a:p>
            <a:r>
              <a:rPr lang="en-US" dirty="0"/>
              <a:t>More user-friendly interface</a:t>
            </a:r>
          </a:p>
          <a:p>
            <a:pPr marL="0" indent="0">
              <a:buNone/>
            </a:pPr>
            <a:endParaRPr lang="en-US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50798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2F6972-D136-8961-218D-6B73AF8E4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3. Cleaner Coordinator &amp; Manager Interfaces</a:t>
            </a:r>
            <a:endParaRPr lang="en-ZA" sz="3400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B3072553-C6C6-0F94-5964-F52B7514B6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72" r="46245" b="-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503F7-5B99-CF82-89D2-D2384B6FD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/>
              <a:t>What I changed: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/>
              <a:t>Consolidated document listings into a single “View Documents” column</a:t>
            </a:r>
          </a:p>
          <a:p>
            <a:pPr>
              <a:lnSpc>
                <a:spcPct val="110000"/>
              </a:lnSpc>
            </a:pPr>
            <a:r>
              <a:rPr lang="en-US" sz="1700"/>
              <a:t>Removed unnecessary text</a:t>
            </a:r>
          </a:p>
          <a:p>
            <a:pPr>
              <a:lnSpc>
                <a:spcPct val="110000"/>
              </a:lnSpc>
            </a:pPr>
            <a:r>
              <a:rPr lang="en-US" sz="1700"/>
              <a:t>Updated layout spacing and formatting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 b="1"/>
              <a:t>Result: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/>
              <a:t>Tables are cleaner and readable</a:t>
            </a:r>
          </a:p>
          <a:p>
            <a:pPr>
              <a:lnSpc>
                <a:spcPct val="110000"/>
              </a:lnSpc>
            </a:pPr>
            <a:r>
              <a:rPr lang="en-US" sz="1700"/>
              <a:t>Review process is faster and visually consistent</a:t>
            </a:r>
          </a:p>
          <a:p>
            <a:pPr>
              <a:lnSpc>
                <a:spcPct val="110000"/>
              </a:lnSpc>
            </a:pPr>
            <a:r>
              <a:rPr lang="en-US" sz="1700"/>
              <a:t>Matches the UX recommendations from lecturer feedback</a:t>
            </a:r>
          </a:p>
          <a:p>
            <a:pPr>
              <a:lnSpc>
                <a:spcPct val="110000"/>
              </a:lnSpc>
            </a:pPr>
            <a:endParaRPr lang="en-ZA" sz="1700"/>
          </a:p>
        </p:txBody>
      </p:sp>
    </p:spTree>
    <p:extLst>
      <p:ext uri="{BB962C8B-B14F-4D97-AF65-F5344CB8AC3E}">
        <p14:creationId xmlns:p14="http://schemas.microsoft.com/office/powerpoint/2010/main" val="3371676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16CA02-7C51-C3E5-85C7-FA4691AC4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677920" cy="3919267"/>
          </a:xfrm>
        </p:spPr>
        <p:txBody>
          <a:bodyPr anchor="t">
            <a:normAutofit/>
          </a:bodyPr>
          <a:lstStyle/>
          <a:p>
            <a:r>
              <a:rPr lang="en-US" dirty="0"/>
              <a:t>4. System-Wide UI/UX Improvements</a:t>
            </a:r>
            <a:endParaRPr lang="en-ZA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EFE85B-9D09-1665-0DA7-7341DCD34E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4751227"/>
              </p:ext>
            </p:extLst>
          </p:nvPr>
        </p:nvGraphicFramePr>
        <p:xfrm>
          <a:off x="5051651" y="1371600"/>
          <a:ext cx="6479357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6934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EDA16-1821-6342-1080-8ADF7AFF0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Speaker Notes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6AF9B-9972-9774-6FF4-4BAFA789A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“In Part 3, I addressed all lecturer feedback. The hourly rate now auto-loads from the profile, meaning lecturers cannot enter incorrect values. I redesigned how documents appear by replacing long names with a clean download button. The coordinator and manager views were also improved to avoid layout breakage. These changes make the system more professional, consistent, and aligned with user experience expectations.”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90674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38E19B-4830-B3AC-DF82-2B52DCAF7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677920" cy="3919267"/>
          </a:xfrm>
        </p:spPr>
        <p:txBody>
          <a:bodyPr anchor="t">
            <a:normAutofit/>
          </a:bodyPr>
          <a:lstStyle/>
          <a:p>
            <a:r>
              <a:rPr lang="en-ZA" dirty="0"/>
              <a:t>Design &amp; Technical Decisions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3B3C27-BBCB-A4CE-F3D7-A811F77E2E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4349332"/>
              </p:ext>
            </p:extLst>
          </p:nvPr>
        </p:nvGraphicFramePr>
        <p:xfrm>
          <a:off x="5051651" y="1371600"/>
          <a:ext cx="6479357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0451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32411A-7279-2A01-ECF8-41D1C4EC29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9047" b="-1"/>
          <a:stretch>
            <a:fillRect/>
          </a:stretch>
        </p:blipFill>
        <p:spPr>
          <a:xfrm>
            <a:off x="643467" y="643467"/>
            <a:ext cx="10905066" cy="559043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F39946-6C27-40AB-A613-7930E9219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209" y="6196329"/>
            <a:ext cx="1090632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6779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50967-7037-B113-C1EC-DF02A8836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876801" cy="1569516"/>
          </a:xfrm>
        </p:spPr>
        <p:txBody>
          <a:bodyPr anchor="t">
            <a:normAutofit/>
          </a:bodyPr>
          <a:lstStyle/>
          <a:p>
            <a:r>
              <a:rPr lang="en-US" dirty="0"/>
              <a:t>Hourly Rate Stored in User Profile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B8216E-9166-C729-C50D-78DF08445E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951"/>
          <a:stretch>
            <a:fillRect/>
          </a:stretch>
        </p:blipFill>
        <p:spPr>
          <a:xfrm>
            <a:off x="660987" y="2773500"/>
            <a:ext cx="4973326" cy="140400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B964430-37DE-0120-053A-67A0BDA92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9" y="960119"/>
            <a:ext cx="5130210" cy="5022661"/>
          </a:xfrm>
        </p:spPr>
        <p:txBody>
          <a:bodyPr>
            <a:normAutofit/>
          </a:bodyPr>
          <a:lstStyle/>
          <a:p>
            <a:r>
              <a:rPr lang="en-US" dirty="0"/>
              <a:t>Instead of letting lecturers manually type any hourly rate (which could exceed R500), the rate is now assigned during </a:t>
            </a:r>
            <a:r>
              <a:rPr lang="en-US" b="1" dirty="0"/>
              <a:t>HR user creation</a:t>
            </a:r>
            <a:r>
              <a:rPr lang="en-US" dirty="0"/>
              <a:t> and preloaded automatically when a lecturer starts a claim.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40DBD50-3CB1-A513-2321-1891E3F09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4344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30D9-19ED-023A-8DB9-BDF7A6F93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US" sz="3600"/>
              <a:t>CSV Export Instead of PDF</a:t>
            </a:r>
            <a:endParaRPr lang="en-ZA" sz="36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4E35CF-9A2B-73F7-2802-A7F7058D32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0694846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1239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3A0345-65B8-9629-1225-8826AEB8C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2652779" cy="4150811"/>
          </a:xfrm>
        </p:spPr>
        <p:txBody>
          <a:bodyPr>
            <a:normAutofit/>
          </a:bodyPr>
          <a:lstStyle/>
          <a:p>
            <a:r>
              <a:rPr lang="en-ZA" sz="3400"/>
              <a:t>Improved Database Schema With Decimal Precision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A85A180-17F0-9F5F-51D9-6D242E788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FA42D0-BBE7-3260-1E81-0C4779C9E7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6721177"/>
              </p:ext>
            </p:extLst>
          </p:nvPr>
        </p:nvGraphicFramePr>
        <p:xfrm>
          <a:off x="4045291" y="1371600"/>
          <a:ext cx="7485718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2836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A0EE1-4D3F-AC03-A75A-CFEE25A33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024129"/>
            <a:ext cx="10890929" cy="1097280"/>
          </a:xfrm>
        </p:spPr>
        <p:txBody>
          <a:bodyPr/>
          <a:lstStyle/>
          <a:p>
            <a:r>
              <a:rPr lang="en-US" dirty="0"/>
              <a:t>Key Feature 1: Role-Based Dashboards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A6071-F7C5-3600-5C33-A4FBC348C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121409"/>
            <a:ext cx="10890928" cy="407822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ZA" b="1" dirty="0"/>
              <a:t>What was added:</a:t>
            </a:r>
          </a:p>
          <a:p>
            <a:r>
              <a:rPr lang="en-ZA" dirty="0"/>
              <a:t>Each role sees different options:</a:t>
            </a:r>
          </a:p>
          <a:p>
            <a:pPr lvl="1"/>
            <a:r>
              <a:rPr lang="en-ZA" b="1" dirty="0"/>
              <a:t>Lecturer:</a:t>
            </a:r>
            <a:r>
              <a:rPr lang="en-ZA" dirty="0"/>
              <a:t> Submit &amp; track claims</a:t>
            </a:r>
          </a:p>
          <a:p>
            <a:pPr lvl="1"/>
            <a:r>
              <a:rPr lang="en-ZA" b="1" dirty="0"/>
              <a:t>Coordinator:</a:t>
            </a:r>
            <a:r>
              <a:rPr lang="en-ZA" dirty="0"/>
              <a:t> Review lecturer claims</a:t>
            </a:r>
          </a:p>
          <a:p>
            <a:pPr lvl="1"/>
            <a:r>
              <a:rPr lang="en-ZA" b="1" dirty="0"/>
              <a:t>Manager:</a:t>
            </a:r>
            <a:r>
              <a:rPr lang="en-ZA" dirty="0"/>
              <a:t> Approve final claims</a:t>
            </a:r>
          </a:p>
          <a:p>
            <a:pPr lvl="1"/>
            <a:r>
              <a:rPr lang="en-ZA" b="1" dirty="0"/>
              <a:t>HR:</a:t>
            </a:r>
            <a:r>
              <a:rPr lang="en-ZA" dirty="0"/>
              <a:t> Manage users &amp; export reports</a:t>
            </a:r>
          </a:p>
          <a:p>
            <a:r>
              <a:rPr lang="en-ZA" b="1" dirty="0"/>
              <a:t>Code Explained (High-level):</a:t>
            </a:r>
          </a:p>
          <a:p>
            <a:r>
              <a:rPr lang="en-ZA" dirty="0"/>
              <a:t>@if (User.IsInRole("Coordinator")) {</a:t>
            </a:r>
          </a:p>
          <a:p>
            <a:r>
              <a:rPr lang="en-ZA" dirty="0"/>
              <a:t>    &lt;a asp-controller="Admin" asp-action="CoordinatorView"&gt;Coordinator Dashboard&lt;/a&gt;</a:t>
            </a:r>
          </a:p>
          <a:p>
            <a:r>
              <a:rPr lang="en-ZA" dirty="0"/>
              <a:t>}</a:t>
            </a:r>
          </a:p>
          <a:p>
            <a:pPr marL="0" indent="0">
              <a:buNone/>
            </a:pPr>
            <a:r>
              <a:rPr lang="en-ZA" b="1" dirty="0"/>
              <a:t>Speaker Notes:</a:t>
            </a:r>
          </a:p>
          <a:p>
            <a:r>
              <a:rPr lang="en-ZA" dirty="0"/>
              <a:t>NAVBAR dynamically hides/shows options based on role.</a:t>
            </a:r>
          </a:p>
          <a:p>
            <a:r>
              <a:rPr lang="en-ZA" dirty="0"/>
              <a:t>Resolves major confusion from Part 2.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96675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16F01E-A653-D4BE-7899-52EF4CB7A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Key Feature 2: Lecturer Claim Submission</a:t>
            </a:r>
            <a:endParaRPr lang="en-ZA" sz="3400"/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F2859385-27EC-8D3D-0889-D2301E3209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306" r="1411" b="-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B4946-054E-522D-0654-459BF3271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/>
              <a:t>What improved:</a:t>
            </a:r>
          </a:p>
          <a:p>
            <a:pPr>
              <a:lnSpc>
                <a:spcPct val="110000"/>
              </a:lnSpc>
            </a:pPr>
            <a:r>
              <a:rPr lang="en-US" sz="1700"/>
              <a:t>Better form validation</a:t>
            </a:r>
          </a:p>
          <a:p>
            <a:pPr>
              <a:lnSpc>
                <a:spcPct val="110000"/>
              </a:lnSpc>
            </a:pPr>
            <a:r>
              <a:rPr lang="en-US" sz="1700"/>
              <a:t>Decimal accuracy</a:t>
            </a:r>
          </a:p>
          <a:p>
            <a:pPr>
              <a:lnSpc>
                <a:spcPct val="110000"/>
              </a:lnSpc>
            </a:pPr>
            <a:r>
              <a:rPr lang="en-US" sz="1700"/>
              <a:t>Uploading supporting documents</a:t>
            </a:r>
          </a:p>
          <a:p>
            <a:pPr>
              <a:lnSpc>
                <a:spcPct val="110000"/>
              </a:lnSpc>
            </a:pPr>
            <a:r>
              <a:rPr lang="en-US" sz="1700"/>
              <a:t>Automatic claim status set to </a:t>
            </a:r>
            <a:r>
              <a:rPr lang="en-US" sz="1700" i="1"/>
              <a:t>Pending Coordinator</a:t>
            </a:r>
            <a:endParaRPr lang="en-US" sz="1700"/>
          </a:p>
          <a:p>
            <a:pPr marL="0" indent="0">
              <a:lnSpc>
                <a:spcPct val="110000"/>
              </a:lnSpc>
              <a:buNone/>
            </a:pPr>
            <a:r>
              <a:rPr lang="en-US" sz="1700" b="1"/>
              <a:t>Speaker Notes:</a:t>
            </a:r>
          </a:p>
          <a:p>
            <a:pPr>
              <a:lnSpc>
                <a:spcPct val="110000"/>
              </a:lnSpc>
            </a:pPr>
            <a:r>
              <a:rPr lang="en-US" sz="1700"/>
              <a:t>Claim accuracy was a major part of the lecturer’s feedback.</a:t>
            </a:r>
          </a:p>
          <a:p>
            <a:pPr>
              <a:lnSpc>
                <a:spcPct val="110000"/>
              </a:lnSpc>
            </a:pPr>
            <a:r>
              <a:rPr lang="en-US" sz="1700"/>
              <a:t>Validation ensures no empty or invalid values can be submitted.</a:t>
            </a:r>
          </a:p>
          <a:p>
            <a:pPr>
              <a:lnSpc>
                <a:spcPct val="110000"/>
              </a:lnSpc>
            </a:pPr>
            <a:endParaRPr lang="en-ZA" sz="1700"/>
          </a:p>
        </p:txBody>
      </p:sp>
    </p:spTree>
    <p:extLst>
      <p:ext uri="{BB962C8B-B14F-4D97-AF65-F5344CB8AC3E}">
        <p14:creationId xmlns:p14="http://schemas.microsoft.com/office/powerpoint/2010/main" val="2336884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E058E-422D-FF79-B4F3-A97BEE315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 3: Claim Review Workflow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09C75-16EC-C931-F4B3-095E8ECFA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Workflow Implemented:</a:t>
            </a:r>
          </a:p>
          <a:p>
            <a:r>
              <a:rPr lang="en-US" dirty="0"/>
              <a:t>Lecturer submits</a:t>
            </a:r>
          </a:p>
          <a:p>
            <a:r>
              <a:rPr lang="en-US" dirty="0"/>
              <a:t>Coordinator reviews → Approve/Decline</a:t>
            </a:r>
          </a:p>
          <a:p>
            <a:r>
              <a:rPr lang="en-US" dirty="0"/>
              <a:t>Manager reviews → Approve/Decline</a:t>
            </a:r>
          </a:p>
          <a:p>
            <a:r>
              <a:rPr lang="en-US" dirty="0"/>
              <a:t>HR finalises and exports</a:t>
            </a:r>
          </a:p>
          <a:p>
            <a:pPr marL="0" indent="0">
              <a:buNone/>
            </a:pPr>
            <a:r>
              <a:rPr lang="en-US" b="1" dirty="0"/>
              <a:t>Speaker Notes:</a:t>
            </a:r>
          </a:p>
          <a:p>
            <a:r>
              <a:rPr lang="en-US" dirty="0"/>
              <a:t>This workflow mirrors real institutions’ claim systems.</a:t>
            </a:r>
          </a:p>
          <a:p>
            <a:r>
              <a:rPr lang="en-US" dirty="0"/>
              <a:t>Every approval updates the database.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72677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D6EF24-5258-50E2-4464-E18D4156C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Key Feature 4: HR User Management</a:t>
            </a:r>
            <a:endParaRPr lang="en-ZA" sz="3400"/>
          </a:p>
        </p:txBody>
      </p:sp>
      <p:pic>
        <p:nvPicPr>
          <p:cNvPr id="5" name="Picture 4" descr="Drawings on colorful paper">
            <a:extLst>
              <a:ext uri="{FF2B5EF4-FFF2-40B4-BE49-F238E27FC236}">
                <a16:creationId xmlns:a16="http://schemas.microsoft.com/office/drawing/2014/main" id="{0AA3CDD2-AEEF-69F2-6A4D-6871F282F2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30" r="36487" b="-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4E004-07D4-113A-6CB9-5E2DB36AB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/>
              <a:t>HR Can:</a:t>
            </a:r>
          </a:p>
          <a:p>
            <a:pPr>
              <a:lnSpc>
                <a:spcPct val="110000"/>
              </a:lnSpc>
            </a:pPr>
            <a:r>
              <a:rPr lang="en-US" sz="1600"/>
              <a:t>Create users</a:t>
            </a:r>
          </a:p>
          <a:p>
            <a:pPr>
              <a:lnSpc>
                <a:spcPct val="110000"/>
              </a:lnSpc>
            </a:pPr>
            <a:r>
              <a:rPr lang="en-US" sz="1600"/>
              <a:t>Edit details</a:t>
            </a:r>
          </a:p>
          <a:p>
            <a:pPr>
              <a:lnSpc>
                <a:spcPct val="110000"/>
              </a:lnSpc>
            </a:pPr>
            <a:r>
              <a:rPr lang="en-US" sz="1600"/>
              <a:t>Delete users</a:t>
            </a:r>
          </a:p>
          <a:p>
            <a:pPr>
              <a:lnSpc>
                <a:spcPct val="110000"/>
              </a:lnSpc>
            </a:pPr>
            <a:r>
              <a:rPr lang="en-US" sz="1600"/>
              <a:t>Assign roles</a:t>
            </a:r>
          </a:p>
          <a:p>
            <a:pPr>
              <a:lnSpc>
                <a:spcPct val="110000"/>
              </a:lnSpc>
            </a:pPr>
            <a:r>
              <a:rPr lang="en-US" sz="1600"/>
              <a:t>Update hourly rate</a:t>
            </a:r>
          </a:p>
          <a:p>
            <a:pPr>
              <a:lnSpc>
                <a:spcPct val="110000"/>
              </a:lnSpc>
            </a:pPr>
            <a:r>
              <a:rPr lang="en-US" sz="1600"/>
              <a:t>Export reports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/>
              <a:t>Speaker Notes:</a:t>
            </a:r>
          </a:p>
          <a:p>
            <a:pPr>
              <a:lnSpc>
                <a:spcPct val="110000"/>
              </a:lnSpc>
            </a:pPr>
            <a:r>
              <a:rPr lang="en-US" sz="1600"/>
              <a:t>HR module is fully functional and secure.</a:t>
            </a:r>
          </a:p>
          <a:p>
            <a:pPr>
              <a:lnSpc>
                <a:spcPct val="110000"/>
              </a:lnSpc>
            </a:pPr>
            <a:endParaRPr lang="en-ZA" sz="1600"/>
          </a:p>
        </p:txBody>
      </p:sp>
    </p:spTree>
    <p:extLst>
      <p:ext uri="{BB962C8B-B14F-4D97-AF65-F5344CB8AC3E}">
        <p14:creationId xmlns:p14="http://schemas.microsoft.com/office/powerpoint/2010/main" val="3773642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AE195A-E789-30DF-91EC-F8B745D56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Key Feature 5: CSV Report Generation</a:t>
            </a:r>
            <a:endParaRPr lang="en-ZA" sz="34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3B923-1B57-1A0A-AD9C-F1FFA3C51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ZA" sz="1700" b="1"/>
              <a:t>Why CSV Instead of PDF:</a:t>
            </a:r>
          </a:p>
          <a:p>
            <a:pPr>
              <a:lnSpc>
                <a:spcPct val="110000"/>
              </a:lnSpc>
            </a:pPr>
            <a:r>
              <a:rPr lang="en-ZA" sz="1700"/>
              <a:t>Tutor feedback advised against PDFSharp issues.</a:t>
            </a:r>
          </a:p>
          <a:p>
            <a:pPr>
              <a:lnSpc>
                <a:spcPct val="110000"/>
              </a:lnSpc>
            </a:pPr>
            <a:r>
              <a:rPr lang="en-ZA" sz="1700"/>
              <a:t>CSV works on all devices.</a:t>
            </a:r>
          </a:p>
          <a:p>
            <a:pPr>
              <a:lnSpc>
                <a:spcPct val="110000"/>
              </a:lnSpc>
            </a:pPr>
            <a:r>
              <a:rPr lang="en-ZA" sz="1700"/>
              <a:t>Opens in Excel without formatting problems.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ZA" sz="1700" b="1"/>
              <a:t>CSV Export Code Explained:</a:t>
            </a:r>
          </a:p>
          <a:p>
            <a:pPr>
              <a:lnSpc>
                <a:spcPct val="110000"/>
              </a:lnSpc>
            </a:pPr>
            <a:r>
              <a:rPr lang="en-ZA" sz="1700"/>
              <a:t>return File(bytes, "text/csv", "claims_report.csv");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ZA" sz="1700" b="1"/>
              <a:t>Speaker Notes:</a:t>
            </a:r>
          </a:p>
          <a:p>
            <a:pPr>
              <a:lnSpc>
                <a:spcPct val="110000"/>
              </a:lnSpc>
            </a:pPr>
            <a:r>
              <a:rPr lang="en-ZA" sz="1700"/>
              <a:t>CSV allows HR to sort, filter, and manipulate claim data easily.</a:t>
            </a:r>
          </a:p>
          <a:p>
            <a:pPr>
              <a:lnSpc>
                <a:spcPct val="110000"/>
              </a:lnSpc>
            </a:pPr>
            <a:endParaRPr lang="en-ZA" sz="1700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00DB6DDA-C4AA-ADE2-4F25-BE49CA734E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8" r="46301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4697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AFBD5B-CE0D-9D45-4B45-027B106CD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ZA" sz="3400"/>
              <a:t>UI &amp; Navigation Improvements</a:t>
            </a:r>
          </a:p>
        </p:txBody>
      </p:sp>
      <p:pic>
        <p:nvPicPr>
          <p:cNvPr id="5" name="Picture 4" descr="Volume indicators">
            <a:extLst>
              <a:ext uri="{FF2B5EF4-FFF2-40B4-BE49-F238E27FC236}">
                <a16:creationId xmlns:a16="http://schemas.microsoft.com/office/drawing/2014/main" id="{181DC0C4-97C8-A11E-77D6-C5333F89F0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17" r="22013" b="-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97861-41E9-32A9-281F-BAE44C11A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/>
              <a:t>Enhancements:</a:t>
            </a:r>
          </a:p>
          <a:p>
            <a:pPr>
              <a:lnSpc>
                <a:spcPct val="110000"/>
              </a:lnSpc>
            </a:pPr>
            <a:r>
              <a:rPr lang="en-US" sz="1700"/>
              <a:t>Consistent Bootstrap styling</a:t>
            </a:r>
          </a:p>
          <a:p>
            <a:pPr>
              <a:lnSpc>
                <a:spcPct val="110000"/>
              </a:lnSpc>
            </a:pPr>
            <a:r>
              <a:rPr lang="en-US" sz="1700"/>
              <a:t>Buttons reorganized</a:t>
            </a:r>
          </a:p>
          <a:p>
            <a:pPr>
              <a:lnSpc>
                <a:spcPct val="110000"/>
              </a:lnSpc>
            </a:pPr>
            <a:r>
              <a:rPr lang="en-US" sz="1700"/>
              <a:t>Role-based navigation</a:t>
            </a:r>
          </a:p>
          <a:p>
            <a:pPr>
              <a:lnSpc>
                <a:spcPct val="110000"/>
              </a:lnSpc>
            </a:pPr>
            <a:r>
              <a:rPr lang="en-US" sz="1700"/>
              <a:t>Fixed the Coordinator view button that wasn't working</a:t>
            </a:r>
          </a:p>
          <a:p>
            <a:pPr>
              <a:lnSpc>
                <a:spcPct val="110000"/>
              </a:lnSpc>
            </a:pPr>
            <a:r>
              <a:rPr lang="en-US" sz="1700"/>
              <a:t>Clean layout for claim lists and user lists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 b="1"/>
              <a:t>Speaker Notes:</a:t>
            </a:r>
          </a:p>
          <a:p>
            <a:pPr>
              <a:lnSpc>
                <a:spcPct val="110000"/>
              </a:lnSpc>
            </a:pPr>
            <a:r>
              <a:rPr lang="en-US" sz="1700"/>
              <a:t>These changes improve usability and overall flow.</a:t>
            </a:r>
          </a:p>
          <a:p>
            <a:pPr>
              <a:lnSpc>
                <a:spcPct val="110000"/>
              </a:lnSpc>
            </a:pPr>
            <a:endParaRPr lang="en-ZA" sz="1700"/>
          </a:p>
        </p:txBody>
      </p:sp>
    </p:spTree>
    <p:extLst>
      <p:ext uri="{BB962C8B-B14F-4D97-AF65-F5344CB8AC3E}">
        <p14:creationId xmlns:p14="http://schemas.microsoft.com/office/powerpoint/2010/main" val="618571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3A3FFA-8260-7570-A82F-9E5E0A3D9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ZA" sz="3400"/>
              <a:t>Testing &amp; Debugging Completed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B61E6-BDC5-C918-5E7C-CFADEC488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ZA" sz="1100" b="1"/>
              <a:t>Included tests:</a:t>
            </a:r>
          </a:p>
          <a:p>
            <a:pPr>
              <a:lnSpc>
                <a:spcPct val="110000"/>
              </a:lnSpc>
            </a:pPr>
            <a:r>
              <a:rPr lang="en-ZA" sz="1100"/>
              <a:t>Login validation</a:t>
            </a:r>
          </a:p>
          <a:p>
            <a:pPr>
              <a:lnSpc>
                <a:spcPct val="110000"/>
              </a:lnSpc>
            </a:pPr>
            <a:r>
              <a:rPr lang="en-ZA" sz="1100"/>
              <a:t>Role blocking</a:t>
            </a:r>
          </a:p>
          <a:p>
            <a:pPr>
              <a:lnSpc>
                <a:spcPct val="110000"/>
              </a:lnSpc>
            </a:pPr>
            <a:r>
              <a:rPr lang="en-ZA" sz="1100"/>
              <a:t>Submitting multiple claims</a:t>
            </a:r>
          </a:p>
          <a:p>
            <a:pPr>
              <a:lnSpc>
                <a:spcPct val="110000"/>
              </a:lnSpc>
            </a:pPr>
            <a:r>
              <a:rPr lang="en-ZA" sz="1100"/>
              <a:t>CSV export</a:t>
            </a:r>
          </a:p>
          <a:p>
            <a:pPr>
              <a:lnSpc>
                <a:spcPct val="110000"/>
              </a:lnSpc>
            </a:pPr>
            <a:r>
              <a:rPr lang="en-ZA" sz="1100"/>
              <a:t>Editing/deleting users</a:t>
            </a:r>
          </a:p>
          <a:p>
            <a:pPr>
              <a:lnSpc>
                <a:spcPct val="110000"/>
              </a:lnSpc>
            </a:pPr>
            <a:r>
              <a:rPr lang="en-ZA" sz="1100"/>
              <a:t>Handling missing documents</a:t>
            </a:r>
          </a:p>
          <a:p>
            <a:pPr>
              <a:lnSpc>
                <a:spcPct val="110000"/>
              </a:lnSpc>
            </a:pPr>
            <a:r>
              <a:rPr lang="en-ZA" sz="1100"/>
              <a:t>Database migrations</a:t>
            </a:r>
          </a:p>
          <a:p>
            <a:pPr>
              <a:lnSpc>
                <a:spcPct val="110000"/>
              </a:lnSpc>
            </a:pPr>
            <a:r>
              <a:rPr lang="en-ZA" sz="1100"/>
              <a:t>Navigation tests (all links fixed)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ZA" sz="1100" b="1"/>
              <a:t>Speaker Notes:</a:t>
            </a:r>
          </a:p>
          <a:p>
            <a:pPr>
              <a:lnSpc>
                <a:spcPct val="110000"/>
              </a:lnSpc>
            </a:pPr>
            <a:r>
              <a:rPr lang="en-ZA" sz="1100"/>
              <a:t>System tested end-to-end by simulating each role.</a:t>
            </a:r>
          </a:p>
          <a:p>
            <a:pPr>
              <a:lnSpc>
                <a:spcPct val="110000"/>
              </a:lnSpc>
            </a:pPr>
            <a:endParaRPr lang="en-ZA" sz="1100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7E3B97F3-FA1E-467E-13FF-A1DC4296E3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8" r="46301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232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2B41CA-5AF7-E530-FC23-613A2D910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ZA" dirty="0"/>
              <a:t>Final System Demo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01826C-4DA9-4C17-E3FE-E0244C0642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4069102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24975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B1F07-7F99-1327-29A6-CB019E3E1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of completed assignment</a:t>
            </a:r>
            <a:endParaRPr lang="en-Z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FDDC65-B994-5604-B91A-BCFA0D81A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>
                <a:hlinkClick r:id="rId2"/>
              </a:rPr>
              <a:t>https://youtu.be/0AaM3fSU19U</a:t>
            </a:r>
            <a:endParaRPr lang="en-ZA"/>
          </a:p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45290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6DDBB-E138-4FAB-D44A-897BEB31E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Repository link and YouTube video link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E443F-0981-E1F3-5B88-5669E1232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>
                <a:hlinkClick r:id="rId2"/>
              </a:rPr>
              <a:t>https://github.com/HlatshwayoThuto/Prog6212-POE-Part3.git</a:t>
            </a:r>
            <a:endParaRPr lang="en-ZA" dirty="0"/>
          </a:p>
          <a:p>
            <a:r>
              <a:rPr lang="en-ZA" dirty="0">
                <a:hlinkClick r:id="rId3"/>
              </a:rPr>
              <a:t>https://youtu.be/0AaM3fSU19U</a:t>
            </a:r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46230395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1415</Words>
  <Application>Microsoft Office PowerPoint</Application>
  <PresentationFormat>Widescreen</PresentationFormat>
  <Paragraphs>177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Grandview Display</vt:lpstr>
      <vt:lpstr>DashVTI</vt:lpstr>
      <vt:lpstr>PROGRAMMING POE PART 3</vt:lpstr>
      <vt:lpstr>Overview of Part 3 Deliverables</vt:lpstr>
      <vt:lpstr>Lecturer Feedback From Part 2</vt:lpstr>
      <vt:lpstr>Speaker notes:</vt:lpstr>
      <vt:lpstr>Implemented Improvements in Part 3</vt:lpstr>
      <vt:lpstr>2. Replaced Long Document Filenames With a “Download” Button</vt:lpstr>
      <vt:lpstr>3. Cleaner Coordinator &amp; Manager Interfaces</vt:lpstr>
      <vt:lpstr>4. System-Wide UI/UX Improvements</vt:lpstr>
      <vt:lpstr>Speaker Notes :</vt:lpstr>
      <vt:lpstr>Design &amp; Technical Decisions</vt:lpstr>
      <vt:lpstr>PowerPoint Presentation</vt:lpstr>
      <vt:lpstr>Hourly Rate Stored in User Profile</vt:lpstr>
      <vt:lpstr>CSV Export Instead of PDF</vt:lpstr>
      <vt:lpstr>Improved Database Schema With Decimal Precision</vt:lpstr>
      <vt:lpstr>Key Feature 1: Role-Based Dashboards</vt:lpstr>
      <vt:lpstr>Key Feature 2: Lecturer Claim Submission</vt:lpstr>
      <vt:lpstr>Key Feature 3: Claim Review Workflow</vt:lpstr>
      <vt:lpstr>Key Feature 4: HR User Management</vt:lpstr>
      <vt:lpstr>Key Feature 5: CSV Report Generation</vt:lpstr>
      <vt:lpstr>UI &amp; Navigation Improvements</vt:lpstr>
      <vt:lpstr>Testing &amp; Debugging Completed</vt:lpstr>
      <vt:lpstr>Final System Demo</vt:lpstr>
      <vt:lpstr>Video of completed assignment</vt:lpstr>
      <vt:lpstr>GitHub Repository link and YouTube video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Thuto Njabulo Hlatshwayo</dc:creator>
  <cp:lastModifiedBy>Thuto Njabulo Hlatshwayo</cp:lastModifiedBy>
  <cp:revision>2</cp:revision>
  <dcterms:created xsi:type="dcterms:W3CDTF">2025-11-21T13:11:52Z</dcterms:created>
  <dcterms:modified xsi:type="dcterms:W3CDTF">2025-11-21T15:31:57Z</dcterms:modified>
</cp:coreProperties>
</file>